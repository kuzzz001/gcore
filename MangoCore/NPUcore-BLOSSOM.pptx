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528" r:id="rId3"/>
    <p:sldId id="259" r:id="rId4"/>
    <p:sldId id="529" r:id="rId5"/>
    <p:sldId id="531" r:id="rId6"/>
    <p:sldId id="533" r:id="rId7"/>
    <p:sldId id="534" r:id="rId8"/>
    <p:sldId id="532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4487"/>
    <a:srgbClr val="F8D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1" d="100"/>
          <a:sy n="91" d="100"/>
        </p:scale>
        <p:origin x="6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A09790-D8B9-4A52-9526-C1FC6C87E982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BF4664-F3ED-4355-8B3B-A0B41977AA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33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B72A9-888A-4A2F-B04A-D716C867025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40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B72A9-888A-4A2F-B04A-D716C867025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338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EFB91-C1F4-7D33-5205-BBC4131F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E19C4D-5258-82C5-D149-D88C2C88D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2B54B5-21C1-804F-F0F6-04A05517B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9740BC-ED67-4E52-B087-9644FD442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B72A9-888A-4A2F-B04A-D716C86702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687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1FA48-DB00-F44D-AA43-8244CC8F4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6BB8F1-59F6-28BA-3914-E76057BE6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6E0B6E-F9BA-F599-A365-DA8361590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14ADC1-183F-9454-2735-39F0FCE37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B72A9-888A-4A2F-B04A-D716C867025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72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A9833-8825-BC57-B01D-A2EE9E9EC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60E679-E933-B4F9-9BFD-3A9261CD2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0DBFCE-9B96-62A6-421A-6F1B0534C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7AD48E-742C-5DB8-4E14-8F40FCD7B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B72A9-888A-4A2F-B04A-D716C86702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323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3278-50FB-6A82-B53B-105AAA872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BCE3BE-F18A-7BF9-C7B4-EE65F2B16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24B493-8347-8D07-BF82-E3FFFF777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5C4EA5-B12C-CB84-5FB0-90759EA83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B72A9-888A-4A2F-B04A-D716C86702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646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573AD-19C3-1DD3-3C0C-85F2DE16B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FC1898-0266-3DAE-6225-486E13EBE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74B8B5-4751-22FD-19AF-7EB8F1D15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310E3A-6D64-F43B-85E4-6E71BFC0B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B72A9-888A-4A2F-B04A-D716C86702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276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B28F31-601A-F86F-AB3C-3B7911923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56CC9F-640A-2DA7-47FB-3C15D2F11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4CB615-10E7-9A03-D6F0-9CA89867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D421-C2A7-4656-96A8-524CFA88851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4336CB-B6B5-F5E4-BB26-2D46474C7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7C5549-D1D9-47F2-45E4-190075D1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EC5C-787B-457D-85B8-1458E68E57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58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F95D8-061A-F49A-7686-1602C409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9E8267-CAEF-43E6-7D41-B3F323CAC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A4462E-7E2F-3C60-1612-10A1F9FC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D421-C2A7-4656-96A8-524CFA88851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A55636-BEA9-3B1A-4B7F-BB7E304E3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67C6BC-0F33-8ABC-A743-F90733450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EC5C-787B-457D-85B8-1458E68E57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411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AE651-24AE-22EB-8E7C-4EAD1CA6E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04055B-FBE1-891A-2E55-60C0032BD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F1E752-5F09-6838-6B69-AEDA7C291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D421-C2A7-4656-96A8-524CFA88851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75848C-F555-35B1-C510-6FABB4E9A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DD77D1-CD64-2FA4-103E-B3DA6DDB8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EC5C-787B-457D-85B8-1458E68E57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311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8574C-7C74-40A5-1F43-8C7048C3E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239695-25C1-E9EF-8C0C-5BA406ED06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6B164B-A0B0-9C5C-597E-06515C427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A278B8-1662-D986-6FB4-215707EEB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D421-C2A7-4656-96A8-524CFA88851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22859A-89AB-3B9F-4492-8253EEA29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321A18-7858-457B-4098-576845C8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EC5C-787B-457D-85B8-1458E68E57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445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8C07E-9CCD-414B-5311-9186DEEA3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0D20B7-07BB-B8DB-38D2-58CF2560E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FD5C25-4F1A-401F-F2A3-06F61C75E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7C620C0-1143-4AD7-2C76-E4D825DA1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A50F52D-8918-4F04-2A5B-245421001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BD5EC74-51F8-6002-73C2-9C6CBD236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D421-C2A7-4656-96A8-524CFA88851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E0F3615-B80E-0863-E2C0-039D3946D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5060D4-E465-58F6-12A6-4F0C6F3C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EC5C-787B-457D-85B8-1458E68E57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551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1E6D6-527F-9342-97DD-2A13FA310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F13383-1C76-43FC-D189-8028D66AB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D421-C2A7-4656-96A8-524CFA88851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E587A3-EF8D-56F1-1452-370D40D16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87AB8E-5EAC-EB55-13D1-2C3F00573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EC5C-787B-457D-85B8-1458E68E57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200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6DA1DD0-D260-1124-C39B-1719F4338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D421-C2A7-4656-96A8-524CFA88851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EA7047-8E0C-33AC-7BC8-B733E5C59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DEC652-415A-E7E2-290E-0F64E629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EC5C-787B-457D-85B8-1458E68E57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430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446E1-D667-7E21-C864-48341129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2CB496-1F8A-B2E7-E6B5-6BF52A7BE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1D486F-47FB-F8BF-86DD-EC9D6E76C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F39262-2B8E-7228-E779-51C320109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D421-C2A7-4656-96A8-524CFA88851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A359BD-7460-C4BE-7C9D-A37E47BFE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A8E14C-039E-859C-B3F3-E2E5A3C68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EC5C-787B-457D-85B8-1458E68E57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470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E30063-5A68-3938-AD6F-76523B57D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1437BD-24E7-7D2C-7A41-E2C4F5327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8FFD52-39E8-7C2E-56C3-117CAC51B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ED46D8-F999-B8D2-46B7-7C92A1E73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D421-C2A7-4656-96A8-524CFA88851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06D7BF-365C-C731-A500-64C729D26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4CA24D-16A4-CEF5-B0CE-2E74A9EEF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EC5C-787B-457D-85B8-1458E68E57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773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06588-D6D2-F3A0-E847-253300679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72B6F8-AD5E-607B-E88E-6810B8348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AE1232-063C-B3FF-6D08-F17F7EC3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D421-C2A7-4656-96A8-524CFA88851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86DC91-886F-C0A4-8996-792D6CEA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05B750-4FA9-6D2C-C0FC-16A3825FA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EC5C-787B-457D-85B8-1458E68E57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88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38ABA2-53B0-3E7A-D92E-A1734C4BE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DD93DD-8FBA-9A7C-6B34-8942D02F6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9D7CD6-41FD-4039-F526-CF6CB35A0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D421-C2A7-4656-96A8-524CFA88851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28FCCA-FFE1-39C6-5304-571CAD956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5C28B7-B4BB-CD9A-943D-7AD19C950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8EC5C-787B-457D-85B8-1458E68E57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760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0957F5-9254-1097-442B-52FAC6F6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AF439F-C31D-AACF-6980-61F6FF8CB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CB278D-ABFA-51D9-FBFC-0D5275C3D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AD421-C2A7-4656-96A8-524CFA88851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06187E-5F11-A47B-0086-53147FE71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941EF0-E712-02AC-D8A0-EFF8F40F5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8EC5C-787B-457D-85B8-1458E68E57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771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0F0E823-4B80-776A-54FC-060C1CC00B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40" r="13977" b="-4582"/>
          <a:stretch/>
        </p:blipFill>
        <p:spPr>
          <a:xfrm>
            <a:off x="0" y="8467"/>
            <a:ext cx="12192000" cy="72673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76DC086-C701-EDDF-830C-A69EA0263C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>
                  <a:alpha val="1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581474D-9E51-F36A-AD19-3FACE70AAB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422" y="486429"/>
            <a:ext cx="4115157" cy="75597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670E71D-E069-2A4F-F064-81F5B5F9E449}"/>
              </a:ext>
            </a:extLst>
          </p:cNvPr>
          <p:cNvSpPr/>
          <p:nvPr/>
        </p:nvSpPr>
        <p:spPr>
          <a:xfrm>
            <a:off x="0" y="4210415"/>
            <a:ext cx="12192000" cy="1905000"/>
          </a:xfrm>
          <a:prstGeom prst="rect">
            <a:avLst/>
          </a:prstGeom>
          <a:solidFill>
            <a:srgbClr val="0056A7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C9032DA-3DEC-6A3E-F887-29F46E6F5A7A}"/>
              </a:ext>
            </a:extLst>
          </p:cNvPr>
          <p:cNvSpPr txBox="1"/>
          <p:nvPr/>
        </p:nvSpPr>
        <p:spPr>
          <a:xfrm>
            <a:off x="1871134" y="4374252"/>
            <a:ext cx="84497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NPUcore</a:t>
            </a:r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-BLOSSOM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60FB89B-4B7B-6300-137A-A46B5406FB62}"/>
              </a:ext>
            </a:extLst>
          </p:cNvPr>
          <p:cNvSpPr txBox="1"/>
          <p:nvPr/>
        </p:nvSpPr>
        <p:spPr>
          <a:xfrm>
            <a:off x="2058599" y="5345708"/>
            <a:ext cx="4484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a typeface="微软雅黑" panose="020B0503020204020204" pitchFamily="34" charset="-122"/>
              </a:rPr>
              <a:t>队员：沈天乐、李惟鑫、杨峥巍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9E09B95-D0B5-EFBF-5EB5-A27288FD8174}"/>
              </a:ext>
            </a:extLst>
          </p:cNvPr>
          <p:cNvSpPr txBox="1"/>
          <p:nvPr/>
        </p:nvSpPr>
        <p:spPr>
          <a:xfrm>
            <a:off x="6691184" y="5345708"/>
            <a:ext cx="419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a typeface="微软雅黑" panose="020B0503020204020204" pitchFamily="34" charset="-122"/>
              </a:rPr>
              <a:t>指导老师：张羽</a:t>
            </a:r>
          </a:p>
        </p:txBody>
      </p:sp>
    </p:spTree>
    <p:extLst>
      <p:ext uri="{BB962C8B-B14F-4D97-AF65-F5344CB8AC3E}">
        <p14:creationId xmlns:p14="http://schemas.microsoft.com/office/powerpoint/2010/main" val="3102162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504FEA3-BFB9-376E-7E8C-7E43A0A44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E5D1F2F-C193-A636-53D7-66FC7A5E2E66}"/>
              </a:ext>
            </a:extLst>
          </p:cNvPr>
          <p:cNvSpPr/>
          <p:nvPr/>
        </p:nvSpPr>
        <p:spPr>
          <a:xfrm>
            <a:off x="1198345" y="1306629"/>
            <a:ext cx="2175309" cy="4244741"/>
          </a:xfrm>
          <a:prstGeom prst="rect">
            <a:avLst/>
          </a:prstGeom>
          <a:noFill/>
          <a:ln w="76200">
            <a:solidFill>
              <a:srgbClr val="005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354D23-A687-4D01-527D-C87DC64BB56F}"/>
              </a:ext>
            </a:extLst>
          </p:cNvPr>
          <p:cNvSpPr txBox="1"/>
          <p:nvPr/>
        </p:nvSpPr>
        <p:spPr>
          <a:xfrm>
            <a:off x="1824334" y="2009272"/>
            <a:ext cx="923330" cy="308249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  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1A6706-2250-0CAA-E612-45DCC4DA3C05}"/>
              </a:ext>
            </a:extLst>
          </p:cNvPr>
          <p:cNvSpPr/>
          <p:nvPr/>
        </p:nvSpPr>
        <p:spPr>
          <a:xfrm>
            <a:off x="5468868" y="1506353"/>
            <a:ext cx="778008" cy="770021"/>
          </a:xfrm>
          <a:prstGeom prst="rect">
            <a:avLst/>
          </a:prstGeom>
          <a:solidFill>
            <a:srgbClr val="0056A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B7C027-BE0C-1346-BF22-C3B65EC4DB33}"/>
              </a:ext>
            </a:extLst>
          </p:cNvPr>
          <p:cNvSpPr/>
          <p:nvPr/>
        </p:nvSpPr>
        <p:spPr>
          <a:xfrm>
            <a:off x="5468868" y="2573153"/>
            <a:ext cx="778008" cy="770021"/>
          </a:xfrm>
          <a:prstGeom prst="rect">
            <a:avLst/>
          </a:prstGeom>
          <a:solidFill>
            <a:srgbClr val="0056A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6B8DC6F-4236-2664-7F7C-D0D5515232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418"/>
          <a:stretch/>
        </p:blipFill>
        <p:spPr>
          <a:xfrm>
            <a:off x="667697" y="1792346"/>
            <a:ext cx="3416079" cy="3204672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78C70DA6-8011-A885-91AC-37BA5805FEE6}"/>
              </a:ext>
            </a:extLst>
          </p:cNvPr>
          <p:cNvSpPr/>
          <p:nvPr/>
        </p:nvSpPr>
        <p:spPr>
          <a:xfrm>
            <a:off x="5468868" y="3639953"/>
            <a:ext cx="778008" cy="770021"/>
          </a:xfrm>
          <a:prstGeom prst="rect">
            <a:avLst/>
          </a:prstGeom>
          <a:solidFill>
            <a:srgbClr val="0056A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BD19F5-A3CA-EABD-6747-24542C76D260}"/>
              </a:ext>
            </a:extLst>
          </p:cNvPr>
          <p:cNvSpPr/>
          <p:nvPr/>
        </p:nvSpPr>
        <p:spPr>
          <a:xfrm>
            <a:off x="5468868" y="4706753"/>
            <a:ext cx="778008" cy="770021"/>
          </a:xfrm>
          <a:prstGeom prst="rect">
            <a:avLst/>
          </a:prstGeom>
          <a:solidFill>
            <a:srgbClr val="0056A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9B20942-B174-80A7-7BBF-E4CE8D277E4C}"/>
              </a:ext>
            </a:extLst>
          </p:cNvPr>
          <p:cNvSpPr txBox="1"/>
          <p:nvPr/>
        </p:nvSpPr>
        <p:spPr>
          <a:xfrm>
            <a:off x="6808814" y="1660530"/>
            <a:ext cx="3447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内核简介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065BFD6-C9FA-15AA-84C5-EAF0DF0F7A07}"/>
              </a:ext>
            </a:extLst>
          </p:cNvPr>
          <p:cNvSpPr txBox="1"/>
          <p:nvPr/>
        </p:nvSpPr>
        <p:spPr>
          <a:xfrm>
            <a:off x="6808814" y="2727330"/>
            <a:ext cx="3447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问题解决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819E26F-E229-B15D-69C4-D5B61804EBE4}"/>
              </a:ext>
            </a:extLst>
          </p:cNvPr>
          <p:cNvSpPr txBox="1"/>
          <p:nvPr/>
        </p:nvSpPr>
        <p:spPr>
          <a:xfrm>
            <a:off x="6808814" y="3794130"/>
            <a:ext cx="3447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部分实现细节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596A61-92DA-EA78-45D2-E9CD2A0AE2CC}"/>
              </a:ext>
            </a:extLst>
          </p:cNvPr>
          <p:cNvSpPr txBox="1"/>
          <p:nvPr/>
        </p:nvSpPr>
        <p:spPr>
          <a:xfrm>
            <a:off x="6808814" y="4860930"/>
            <a:ext cx="3447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22A0B12-0106-32AD-3A3D-2AB22099C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4857" y="50484"/>
            <a:ext cx="3440589" cy="89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99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A874BA75-5034-4A14-F883-CA48E26EF985}"/>
              </a:ext>
            </a:extLst>
          </p:cNvPr>
          <p:cNvSpPr/>
          <p:nvPr/>
        </p:nvSpPr>
        <p:spPr>
          <a:xfrm rot="16200000">
            <a:off x="2471885" y="-1064146"/>
            <a:ext cx="1928662" cy="6568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 cmpd="sng"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900917"/>
                      <a:gd name="connsiteY0" fmla="*/ 0 h 6514217"/>
                      <a:gd name="connsiteX1" fmla="*/ 476037 w 11900917"/>
                      <a:gd name="connsiteY1" fmla="*/ 0 h 6514217"/>
                      <a:gd name="connsiteX2" fmla="*/ 714055 w 11900917"/>
                      <a:gd name="connsiteY2" fmla="*/ 0 h 6514217"/>
                      <a:gd name="connsiteX3" fmla="*/ 1547119 w 11900917"/>
                      <a:gd name="connsiteY3" fmla="*/ 0 h 6514217"/>
                      <a:gd name="connsiteX4" fmla="*/ 2023156 w 11900917"/>
                      <a:gd name="connsiteY4" fmla="*/ 0 h 6514217"/>
                      <a:gd name="connsiteX5" fmla="*/ 2499193 w 11900917"/>
                      <a:gd name="connsiteY5" fmla="*/ 0 h 6514217"/>
                      <a:gd name="connsiteX6" fmla="*/ 3332257 w 11900917"/>
                      <a:gd name="connsiteY6" fmla="*/ 0 h 6514217"/>
                      <a:gd name="connsiteX7" fmla="*/ 3689284 w 11900917"/>
                      <a:gd name="connsiteY7" fmla="*/ 0 h 6514217"/>
                      <a:gd name="connsiteX8" fmla="*/ 4522348 w 11900917"/>
                      <a:gd name="connsiteY8" fmla="*/ 0 h 6514217"/>
                      <a:gd name="connsiteX9" fmla="*/ 5355413 w 11900917"/>
                      <a:gd name="connsiteY9" fmla="*/ 0 h 6514217"/>
                      <a:gd name="connsiteX10" fmla="*/ 5950459 w 11900917"/>
                      <a:gd name="connsiteY10" fmla="*/ 0 h 6514217"/>
                      <a:gd name="connsiteX11" fmla="*/ 6783523 w 11900917"/>
                      <a:gd name="connsiteY11" fmla="*/ 0 h 6514217"/>
                      <a:gd name="connsiteX12" fmla="*/ 7259559 w 11900917"/>
                      <a:gd name="connsiteY12" fmla="*/ 0 h 6514217"/>
                      <a:gd name="connsiteX13" fmla="*/ 7735596 w 11900917"/>
                      <a:gd name="connsiteY13" fmla="*/ 0 h 6514217"/>
                      <a:gd name="connsiteX14" fmla="*/ 8449651 w 11900917"/>
                      <a:gd name="connsiteY14" fmla="*/ 0 h 6514217"/>
                      <a:gd name="connsiteX15" fmla="*/ 8925688 w 11900917"/>
                      <a:gd name="connsiteY15" fmla="*/ 0 h 6514217"/>
                      <a:gd name="connsiteX16" fmla="*/ 9758752 w 11900917"/>
                      <a:gd name="connsiteY16" fmla="*/ 0 h 6514217"/>
                      <a:gd name="connsiteX17" fmla="*/ 10591816 w 11900917"/>
                      <a:gd name="connsiteY17" fmla="*/ 0 h 6514217"/>
                      <a:gd name="connsiteX18" fmla="*/ 11186862 w 11900917"/>
                      <a:gd name="connsiteY18" fmla="*/ 0 h 6514217"/>
                      <a:gd name="connsiteX19" fmla="*/ 11900917 w 11900917"/>
                      <a:gd name="connsiteY19" fmla="*/ 0 h 6514217"/>
                      <a:gd name="connsiteX20" fmla="*/ 11900917 w 11900917"/>
                      <a:gd name="connsiteY20" fmla="*/ 396775 h 6514217"/>
                      <a:gd name="connsiteX21" fmla="*/ 11900917 w 11900917"/>
                      <a:gd name="connsiteY21" fmla="*/ 858692 h 6514217"/>
                      <a:gd name="connsiteX22" fmla="*/ 11900917 w 11900917"/>
                      <a:gd name="connsiteY22" fmla="*/ 1516036 h 6514217"/>
                      <a:gd name="connsiteX23" fmla="*/ 11900917 w 11900917"/>
                      <a:gd name="connsiteY23" fmla="*/ 2043095 h 6514217"/>
                      <a:gd name="connsiteX24" fmla="*/ 11900917 w 11900917"/>
                      <a:gd name="connsiteY24" fmla="*/ 2505013 h 6514217"/>
                      <a:gd name="connsiteX25" fmla="*/ 11900917 w 11900917"/>
                      <a:gd name="connsiteY25" fmla="*/ 3162356 h 6514217"/>
                      <a:gd name="connsiteX26" fmla="*/ 11900917 w 11900917"/>
                      <a:gd name="connsiteY26" fmla="*/ 3754558 h 6514217"/>
                      <a:gd name="connsiteX27" fmla="*/ 11900917 w 11900917"/>
                      <a:gd name="connsiteY27" fmla="*/ 4346759 h 6514217"/>
                      <a:gd name="connsiteX28" fmla="*/ 11900917 w 11900917"/>
                      <a:gd name="connsiteY28" fmla="*/ 5069245 h 6514217"/>
                      <a:gd name="connsiteX29" fmla="*/ 11900917 w 11900917"/>
                      <a:gd name="connsiteY29" fmla="*/ 5726589 h 6514217"/>
                      <a:gd name="connsiteX30" fmla="*/ 11900917 w 11900917"/>
                      <a:gd name="connsiteY30" fmla="*/ 6514217 h 6514217"/>
                      <a:gd name="connsiteX31" fmla="*/ 11424880 w 11900917"/>
                      <a:gd name="connsiteY31" fmla="*/ 6514217 h 6514217"/>
                      <a:gd name="connsiteX32" fmla="*/ 11186862 w 11900917"/>
                      <a:gd name="connsiteY32" fmla="*/ 6514217 h 6514217"/>
                      <a:gd name="connsiteX33" fmla="*/ 10472807 w 11900917"/>
                      <a:gd name="connsiteY33" fmla="*/ 6514217 h 6514217"/>
                      <a:gd name="connsiteX34" fmla="*/ 10115779 w 11900917"/>
                      <a:gd name="connsiteY34" fmla="*/ 6514217 h 6514217"/>
                      <a:gd name="connsiteX35" fmla="*/ 9877761 w 11900917"/>
                      <a:gd name="connsiteY35" fmla="*/ 6514217 h 6514217"/>
                      <a:gd name="connsiteX36" fmla="*/ 9520734 w 11900917"/>
                      <a:gd name="connsiteY36" fmla="*/ 6514217 h 6514217"/>
                      <a:gd name="connsiteX37" fmla="*/ 8806679 w 11900917"/>
                      <a:gd name="connsiteY37" fmla="*/ 6514217 h 6514217"/>
                      <a:gd name="connsiteX38" fmla="*/ 8449651 w 11900917"/>
                      <a:gd name="connsiteY38" fmla="*/ 6514217 h 6514217"/>
                      <a:gd name="connsiteX39" fmla="*/ 8211633 w 11900917"/>
                      <a:gd name="connsiteY39" fmla="*/ 6514217 h 6514217"/>
                      <a:gd name="connsiteX40" fmla="*/ 7854605 w 11900917"/>
                      <a:gd name="connsiteY40" fmla="*/ 6514217 h 6514217"/>
                      <a:gd name="connsiteX41" fmla="*/ 7378569 w 11900917"/>
                      <a:gd name="connsiteY41" fmla="*/ 6514217 h 6514217"/>
                      <a:gd name="connsiteX42" fmla="*/ 6783523 w 11900917"/>
                      <a:gd name="connsiteY42" fmla="*/ 6514217 h 6514217"/>
                      <a:gd name="connsiteX43" fmla="*/ 6426495 w 11900917"/>
                      <a:gd name="connsiteY43" fmla="*/ 6514217 h 6514217"/>
                      <a:gd name="connsiteX44" fmla="*/ 5593431 w 11900917"/>
                      <a:gd name="connsiteY44" fmla="*/ 6514217 h 6514217"/>
                      <a:gd name="connsiteX45" fmla="*/ 4998385 w 11900917"/>
                      <a:gd name="connsiteY45" fmla="*/ 6514217 h 6514217"/>
                      <a:gd name="connsiteX46" fmla="*/ 4165321 w 11900917"/>
                      <a:gd name="connsiteY46" fmla="*/ 6514217 h 6514217"/>
                      <a:gd name="connsiteX47" fmla="*/ 3451266 w 11900917"/>
                      <a:gd name="connsiteY47" fmla="*/ 6514217 h 6514217"/>
                      <a:gd name="connsiteX48" fmla="*/ 2975229 w 11900917"/>
                      <a:gd name="connsiteY48" fmla="*/ 6514217 h 6514217"/>
                      <a:gd name="connsiteX49" fmla="*/ 2261174 w 11900917"/>
                      <a:gd name="connsiteY49" fmla="*/ 6514217 h 6514217"/>
                      <a:gd name="connsiteX50" fmla="*/ 1904147 w 11900917"/>
                      <a:gd name="connsiteY50" fmla="*/ 6514217 h 6514217"/>
                      <a:gd name="connsiteX51" fmla="*/ 1309101 w 11900917"/>
                      <a:gd name="connsiteY51" fmla="*/ 6514217 h 6514217"/>
                      <a:gd name="connsiteX52" fmla="*/ 1071083 w 11900917"/>
                      <a:gd name="connsiteY52" fmla="*/ 6514217 h 6514217"/>
                      <a:gd name="connsiteX53" fmla="*/ 0 w 11900917"/>
                      <a:gd name="connsiteY53" fmla="*/ 6514217 h 6514217"/>
                      <a:gd name="connsiteX54" fmla="*/ 0 w 11900917"/>
                      <a:gd name="connsiteY54" fmla="*/ 5922015 h 6514217"/>
                      <a:gd name="connsiteX55" fmla="*/ 0 w 11900917"/>
                      <a:gd name="connsiteY55" fmla="*/ 5264672 h 6514217"/>
                      <a:gd name="connsiteX56" fmla="*/ 0 w 11900917"/>
                      <a:gd name="connsiteY56" fmla="*/ 4607328 h 6514217"/>
                      <a:gd name="connsiteX57" fmla="*/ 0 w 11900917"/>
                      <a:gd name="connsiteY57" fmla="*/ 4145411 h 6514217"/>
                      <a:gd name="connsiteX58" fmla="*/ 0 w 11900917"/>
                      <a:gd name="connsiteY58" fmla="*/ 3422925 h 6514217"/>
                      <a:gd name="connsiteX59" fmla="*/ 0 w 11900917"/>
                      <a:gd name="connsiteY59" fmla="*/ 2830723 h 6514217"/>
                      <a:gd name="connsiteX60" fmla="*/ 0 w 11900917"/>
                      <a:gd name="connsiteY60" fmla="*/ 2433948 h 6514217"/>
                      <a:gd name="connsiteX61" fmla="*/ 0 w 11900917"/>
                      <a:gd name="connsiteY61" fmla="*/ 1841747 h 6514217"/>
                      <a:gd name="connsiteX62" fmla="*/ 0 w 11900917"/>
                      <a:gd name="connsiteY62" fmla="*/ 1314687 h 6514217"/>
                      <a:gd name="connsiteX63" fmla="*/ 0 w 11900917"/>
                      <a:gd name="connsiteY63" fmla="*/ 787628 h 6514217"/>
                      <a:gd name="connsiteX64" fmla="*/ 0 w 11900917"/>
                      <a:gd name="connsiteY64" fmla="*/ 0 h 6514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11900917" h="6514217" extrusionOk="0">
                        <a:moveTo>
                          <a:pt x="0" y="0"/>
                        </a:moveTo>
                        <a:cubicBezTo>
                          <a:pt x="237347" y="-25440"/>
                          <a:pt x="380125" y="19026"/>
                          <a:pt x="476037" y="0"/>
                        </a:cubicBezTo>
                        <a:cubicBezTo>
                          <a:pt x="571949" y="-19026"/>
                          <a:pt x="595303" y="8080"/>
                          <a:pt x="714055" y="0"/>
                        </a:cubicBezTo>
                        <a:cubicBezTo>
                          <a:pt x="832807" y="-8080"/>
                          <a:pt x="1334682" y="58008"/>
                          <a:pt x="1547119" y="0"/>
                        </a:cubicBezTo>
                        <a:cubicBezTo>
                          <a:pt x="1759556" y="-58008"/>
                          <a:pt x="1920909" y="7543"/>
                          <a:pt x="2023156" y="0"/>
                        </a:cubicBezTo>
                        <a:cubicBezTo>
                          <a:pt x="2125403" y="-7543"/>
                          <a:pt x="2389367" y="42848"/>
                          <a:pt x="2499193" y="0"/>
                        </a:cubicBezTo>
                        <a:cubicBezTo>
                          <a:pt x="2609019" y="-42848"/>
                          <a:pt x="3062924" y="1682"/>
                          <a:pt x="3332257" y="0"/>
                        </a:cubicBezTo>
                        <a:cubicBezTo>
                          <a:pt x="3601590" y="-1682"/>
                          <a:pt x="3575415" y="23112"/>
                          <a:pt x="3689284" y="0"/>
                        </a:cubicBezTo>
                        <a:cubicBezTo>
                          <a:pt x="3803153" y="-23112"/>
                          <a:pt x="4136397" y="90254"/>
                          <a:pt x="4522348" y="0"/>
                        </a:cubicBezTo>
                        <a:cubicBezTo>
                          <a:pt x="4908299" y="-90254"/>
                          <a:pt x="5152834" y="83380"/>
                          <a:pt x="5355413" y="0"/>
                        </a:cubicBezTo>
                        <a:cubicBezTo>
                          <a:pt x="5557992" y="-83380"/>
                          <a:pt x="5794929" y="52432"/>
                          <a:pt x="5950459" y="0"/>
                        </a:cubicBezTo>
                        <a:cubicBezTo>
                          <a:pt x="6105989" y="-52432"/>
                          <a:pt x="6554819" y="23660"/>
                          <a:pt x="6783523" y="0"/>
                        </a:cubicBezTo>
                        <a:cubicBezTo>
                          <a:pt x="7012227" y="-23660"/>
                          <a:pt x="7161139" y="35289"/>
                          <a:pt x="7259559" y="0"/>
                        </a:cubicBezTo>
                        <a:cubicBezTo>
                          <a:pt x="7357979" y="-35289"/>
                          <a:pt x="7513593" y="26788"/>
                          <a:pt x="7735596" y="0"/>
                        </a:cubicBezTo>
                        <a:cubicBezTo>
                          <a:pt x="7957599" y="-26788"/>
                          <a:pt x="8093213" y="38812"/>
                          <a:pt x="8449651" y="0"/>
                        </a:cubicBezTo>
                        <a:cubicBezTo>
                          <a:pt x="8806089" y="-38812"/>
                          <a:pt x="8702562" y="12998"/>
                          <a:pt x="8925688" y="0"/>
                        </a:cubicBezTo>
                        <a:cubicBezTo>
                          <a:pt x="9148814" y="-12998"/>
                          <a:pt x="9487755" y="97643"/>
                          <a:pt x="9758752" y="0"/>
                        </a:cubicBezTo>
                        <a:cubicBezTo>
                          <a:pt x="10029749" y="-97643"/>
                          <a:pt x="10205548" y="97972"/>
                          <a:pt x="10591816" y="0"/>
                        </a:cubicBezTo>
                        <a:cubicBezTo>
                          <a:pt x="10978084" y="-97972"/>
                          <a:pt x="10972415" y="4333"/>
                          <a:pt x="11186862" y="0"/>
                        </a:cubicBezTo>
                        <a:cubicBezTo>
                          <a:pt x="11401309" y="-4333"/>
                          <a:pt x="11610116" y="28820"/>
                          <a:pt x="11900917" y="0"/>
                        </a:cubicBezTo>
                        <a:cubicBezTo>
                          <a:pt x="11923939" y="141937"/>
                          <a:pt x="11870646" y="224975"/>
                          <a:pt x="11900917" y="396775"/>
                        </a:cubicBezTo>
                        <a:cubicBezTo>
                          <a:pt x="11931188" y="568575"/>
                          <a:pt x="11869764" y="666634"/>
                          <a:pt x="11900917" y="858692"/>
                        </a:cubicBezTo>
                        <a:cubicBezTo>
                          <a:pt x="11932070" y="1050750"/>
                          <a:pt x="11879830" y="1200799"/>
                          <a:pt x="11900917" y="1516036"/>
                        </a:cubicBezTo>
                        <a:cubicBezTo>
                          <a:pt x="11922004" y="1831273"/>
                          <a:pt x="11880805" y="1928720"/>
                          <a:pt x="11900917" y="2043095"/>
                        </a:cubicBezTo>
                        <a:cubicBezTo>
                          <a:pt x="11921029" y="2157470"/>
                          <a:pt x="11890717" y="2376673"/>
                          <a:pt x="11900917" y="2505013"/>
                        </a:cubicBezTo>
                        <a:cubicBezTo>
                          <a:pt x="11911117" y="2633353"/>
                          <a:pt x="11841283" y="2908915"/>
                          <a:pt x="11900917" y="3162356"/>
                        </a:cubicBezTo>
                        <a:cubicBezTo>
                          <a:pt x="11960551" y="3415797"/>
                          <a:pt x="11868803" y="3562257"/>
                          <a:pt x="11900917" y="3754558"/>
                        </a:cubicBezTo>
                        <a:cubicBezTo>
                          <a:pt x="11933031" y="3946859"/>
                          <a:pt x="11897798" y="4176796"/>
                          <a:pt x="11900917" y="4346759"/>
                        </a:cubicBezTo>
                        <a:cubicBezTo>
                          <a:pt x="11904036" y="4516722"/>
                          <a:pt x="11873351" y="4727109"/>
                          <a:pt x="11900917" y="5069245"/>
                        </a:cubicBezTo>
                        <a:cubicBezTo>
                          <a:pt x="11928483" y="5411381"/>
                          <a:pt x="11892383" y="5576496"/>
                          <a:pt x="11900917" y="5726589"/>
                        </a:cubicBezTo>
                        <a:cubicBezTo>
                          <a:pt x="11909451" y="5876682"/>
                          <a:pt x="11886121" y="6166463"/>
                          <a:pt x="11900917" y="6514217"/>
                        </a:cubicBezTo>
                        <a:cubicBezTo>
                          <a:pt x="11792006" y="6525969"/>
                          <a:pt x="11543793" y="6503439"/>
                          <a:pt x="11424880" y="6514217"/>
                        </a:cubicBezTo>
                        <a:cubicBezTo>
                          <a:pt x="11305967" y="6524995"/>
                          <a:pt x="11236658" y="6510181"/>
                          <a:pt x="11186862" y="6514217"/>
                        </a:cubicBezTo>
                        <a:cubicBezTo>
                          <a:pt x="11137066" y="6518253"/>
                          <a:pt x="10770881" y="6481074"/>
                          <a:pt x="10472807" y="6514217"/>
                        </a:cubicBezTo>
                        <a:cubicBezTo>
                          <a:pt x="10174733" y="6547360"/>
                          <a:pt x="10282735" y="6473421"/>
                          <a:pt x="10115779" y="6514217"/>
                        </a:cubicBezTo>
                        <a:cubicBezTo>
                          <a:pt x="9948823" y="6555013"/>
                          <a:pt x="9946095" y="6489509"/>
                          <a:pt x="9877761" y="6514217"/>
                        </a:cubicBezTo>
                        <a:cubicBezTo>
                          <a:pt x="9809427" y="6538925"/>
                          <a:pt x="9616966" y="6500614"/>
                          <a:pt x="9520734" y="6514217"/>
                        </a:cubicBezTo>
                        <a:cubicBezTo>
                          <a:pt x="9424502" y="6527820"/>
                          <a:pt x="9042413" y="6442163"/>
                          <a:pt x="8806679" y="6514217"/>
                        </a:cubicBezTo>
                        <a:cubicBezTo>
                          <a:pt x="8570945" y="6586271"/>
                          <a:pt x="8527969" y="6506521"/>
                          <a:pt x="8449651" y="6514217"/>
                        </a:cubicBezTo>
                        <a:cubicBezTo>
                          <a:pt x="8371333" y="6521913"/>
                          <a:pt x="8262355" y="6506157"/>
                          <a:pt x="8211633" y="6514217"/>
                        </a:cubicBezTo>
                        <a:cubicBezTo>
                          <a:pt x="8160911" y="6522277"/>
                          <a:pt x="7984409" y="6501490"/>
                          <a:pt x="7854605" y="6514217"/>
                        </a:cubicBezTo>
                        <a:cubicBezTo>
                          <a:pt x="7724801" y="6526944"/>
                          <a:pt x="7531595" y="6474088"/>
                          <a:pt x="7378569" y="6514217"/>
                        </a:cubicBezTo>
                        <a:cubicBezTo>
                          <a:pt x="7225543" y="6554346"/>
                          <a:pt x="6974551" y="6451499"/>
                          <a:pt x="6783523" y="6514217"/>
                        </a:cubicBezTo>
                        <a:cubicBezTo>
                          <a:pt x="6592495" y="6576935"/>
                          <a:pt x="6518174" y="6495498"/>
                          <a:pt x="6426495" y="6514217"/>
                        </a:cubicBezTo>
                        <a:cubicBezTo>
                          <a:pt x="6334816" y="6532936"/>
                          <a:pt x="5810775" y="6436906"/>
                          <a:pt x="5593431" y="6514217"/>
                        </a:cubicBezTo>
                        <a:cubicBezTo>
                          <a:pt x="5376087" y="6591528"/>
                          <a:pt x="5180867" y="6497108"/>
                          <a:pt x="4998385" y="6514217"/>
                        </a:cubicBezTo>
                        <a:cubicBezTo>
                          <a:pt x="4815903" y="6531326"/>
                          <a:pt x="4466290" y="6481510"/>
                          <a:pt x="4165321" y="6514217"/>
                        </a:cubicBezTo>
                        <a:cubicBezTo>
                          <a:pt x="3864352" y="6546924"/>
                          <a:pt x="3675306" y="6444849"/>
                          <a:pt x="3451266" y="6514217"/>
                        </a:cubicBezTo>
                        <a:cubicBezTo>
                          <a:pt x="3227226" y="6583585"/>
                          <a:pt x="3190073" y="6462310"/>
                          <a:pt x="2975229" y="6514217"/>
                        </a:cubicBezTo>
                        <a:cubicBezTo>
                          <a:pt x="2760385" y="6566124"/>
                          <a:pt x="2513226" y="6483188"/>
                          <a:pt x="2261174" y="6514217"/>
                        </a:cubicBezTo>
                        <a:cubicBezTo>
                          <a:pt x="2009122" y="6545246"/>
                          <a:pt x="2050698" y="6495859"/>
                          <a:pt x="1904147" y="6514217"/>
                        </a:cubicBezTo>
                        <a:cubicBezTo>
                          <a:pt x="1757596" y="6532575"/>
                          <a:pt x="1463393" y="6471857"/>
                          <a:pt x="1309101" y="6514217"/>
                        </a:cubicBezTo>
                        <a:cubicBezTo>
                          <a:pt x="1154809" y="6556577"/>
                          <a:pt x="1128690" y="6512160"/>
                          <a:pt x="1071083" y="6514217"/>
                        </a:cubicBezTo>
                        <a:cubicBezTo>
                          <a:pt x="1013476" y="6516274"/>
                          <a:pt x="444670" y="6395740"/>
                          <a:pt x="0" y="6514217"/>
                        </a:cubicBezTo>
                        <a:cubicBezTo>
                          <a:pt x="-58835" y="6316695"/>
                          <a:pt x="14857" y="6209747"/>
                          <a:pt x="0" y="5922015"/>
                        </a:cubicBezTo>
                        <a:cubicBezTo>
                          <a:pt x="-14857" y="5634283"/>
                          <a:pt x="5571" y="5570356"/>
                          <a:pt x="0" y="5264672"/>
                        </a:cubicBezTo>
                        <a:cubicBezTo>
                          <a:pt x="-5571" y="4958988"/>
                          <a:pt x="33153" y="4816079"/>
                          <a:pt x="0" y="4607328"/>
                        </a:cubicBezTo>
                        <a:cubicBezTo>
                          <a:pt x="-33153" y="4398577"/>
                          <a:pt x="8946" y="4325624"/>
                          <a:pt x="0" y="4145411"/>
                        </a:cubicBezTo>
                        <a:cubicBezTo>
                          <a:pt x="-8946" y="3965198"/>
                          <a:pt x="71099" y="3758027"/>
                          <a:pt x="0" y="3422925"/>
                        </a:cubicBezTo>
                        <a:cubicBezTo>
                          <a:pt x="-71099" y="3087823"/>
                          <a:pt x="12336" y="2993946"/>
                          <a:pt x="0" y="2830723"/>
                        </a:cubicBezTo>
                        <a:cubicBezTo>
                          <a:pt x="-12336" y="2667500"/>
                          <a:pt x="20373" y="2607200"/>
                          <a:pt x="0" y="2433948"/>
                        </a:cubicBezTo>
                        <a:cubicBezTo>
                          <a:pt x="-20373" y="2260697"/>
                          <a:pt x="37889" y="2113357"/>
                          <a:pt x="0" y="1841747"/>
                        </a:cubicBezTo>
                        <a:cubicBezTo>
                          <a:pt x="-37889" y="1570137"/>
                          <a:pt x="15440" y="1544143"/>
                          <a:pt x="0" y="1314687"/>
                        </a:cubicBezTo>
                        <a:cubicBezTo>
                          <a:pt x="-15440" y="1085231"/>
                          <a:pt x="906" y="976499"/>
                          <a:pt x="0" y="787628"/>
                        </a:cubicBezTo>
                        <a:cubicBezTo>
                          <a:pt x="-906" y="598757"/>
                          <a:pt x="29049" y="2391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AC37C3A-7A58-90B7-AFD6-530D72A5D679}"/>
              </a:ext>
            </a:extLst>
          </p:cNvPr>
          <p:cNvCxnSpPr>
            <a:cxnSpLocks/>
          </p:cNvCxnSpPr>
          <p:nvPr/>
        </p:nvCxnSpPr>
        <p:spPr>
          <a:xfrm>
            <a:off x="0" y="994868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ECC76A9-0038-4173-04E2-3D829C22A206}"/>
              </a:ext>
            </a:extLst>
          </p:cNvPr>
          <p:cNvSpPr txBox="1"/>
          <p:nvPr/>
        </p:nvSpPr>
        <p:spPr>
          <a:xfrm>
            <a:off x="1217906" y="28698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  <a:latin typeface="微软雅黑"/>
                <a:ea typeface="微软雅黑"/>
              </a:rPr>
              <a:t>一、内核简介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8E52FD7-F7AD-BF9F-A6E6-EB6FC38D6C47}"/>
              </a:ext>
            </a:extLst>
          </p:cNvPr>
          <p:cNvCxnSpPr>
            <a:cxnSpLocks/>
          </p:cNvCxnSpPr>
          <p:nvPr/>
        </p:nvCxnSpPr>
        <p:spPr>
          <a:xfrm flipH="1">
            <a:off x="-1" y="0"/>
            <a:ext cx="1" cy="68580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5728301-2DB1-9A25-0B13-2297235BA715}"/>
              </a:ext>
            </a:extLst>
          </p:cNvPr>
          <p:cNvCxnSpPr>
            <a:cxnSpLocks/>
          </p:cNvCxnSpPr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11AD90F-F30F-F47D-EDC9-A86154F5973A}"/>
              </a:ext>
            </a:extLst>
          </p:cNvPr>
          <p:cNvCxnSpPr>
            <a:cxnSpLocks/>
          </p:cNvCxnSpPr>
          <p:nvPr/>
        </p:nvCxnSpPr>
        <p:spPr>
          <a:xfrm>
            <a:off x="0" y="6858000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1DBE12F-92C6-9428-562E-FDFCE77ECF95}"/>
              </a:ext>
            </a:extLst>
          </p:cNvPr>
          <p:cNvCxnSpPr>
            <a:cxnSpLocks/>
          </p:cNvCxnSpPr>
          <p:nvPr/>
        </p:nvCxnSpPr>
        <p:spPr>
          <a:xfrm>
            <a:off x="-1" y="0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B36D7C32-2968-BEB7-10C3-C14ECAD0D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857" y="50484"/>
            <a:ext cx="3440589" cy="893901"/>
          </a:xfrm>
          <a:prstGeom prst="rect">
            <a:avLst/>
          </a:prstGeom>
        </p:spPr>
      </p:pic>
      <p:pic>
        <p:nvPicPr>
          <p:cNvPr id="23" name="图形 22" descr="Internet 纯色填充">
            <a:extLst>
              <a:ext uri="{FF2B5EF4-FFF2-40B4-BE49-F238E27FC236}">
                <a16:creationId xmlns:a16="http://schemas.microsoft.com/office/drawing/2014/main" id="{6EEFD8BD-BE46-F4EE-00B5-E6C7492A32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753" y="80468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015F86BB-BD42-D62B-C6B0-FBE413EA2F8B}"/>
              </a:ext>
            </a:extLst>
          </p:cNvPr>
          <p:cNvSpPr txBox="1"/>
          <p:nvPr/>
        </p:nvSpPr>
        <p:spPr>
          <a:xfrm>
            <a:off x="201293" y="1205262"/>
            <a:ext cx="6568923" cy="2231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 3" panose="05040102010807070707" pitchFamily="18" charset="2"/>
              <a:buChar char=""/>
            </a:pPr>
            <a:r>
              <a:rPr lang="zh-CN" altLang="en-US" dirty="0">
                <a:solidFill>
                  <a:srgbClr val="002060"/>
                </a:solidFill>
                <a:latin typeface="+mj-lt"/>
                <a:ea typeface="微软雅黑"/>
                <a:sym typeface="Wingdings 3" panose="05040102010807070707" pitchFamily="18" charset="2"/>
              </a:rPr>
              <a:t>基于 </a:t>
            </a:r>
            <a:r>
              <a:rPr lang="en-US" altLang="zh-CN" dirty="0">
                <a:solidFill>
                  <a:srgbClr val="002060"/>
                </a:solidFill>
                <a:latin typeface="+mj-lt"/>
                <a:ea typeface="微软雅黑"/>
                <a:sym typeface="Wingdings 3" panose="05040102010807070707" pitchFamily="18" charset="2"/>
              </a:rPr>
              <a:t>NPUcore-lwext4 </a:t>
            </a:r>
            <a:r>
              <a:rPr lang="zh-CN" altLang="en-US" dirty="0">
                <a:solidFill>
                  <a:srgbClr val="002060"/>
                </a:solidFill>
                <a:latin typeface="+mj-lt"/>
                <a:ea typeface="微软雅黑"/>
                <a:sym typeface="Wingdings 3" panose="05040102010807070707" pitchFamily="18" charset="2"/>
              </a:rPr>
              <a:t>和 </a:t>
            </a:r>
            <a:r>
              <a:rPr lang="en-US" altLang="zh-CN" dirty="0">
                <a:solidFill>
                  <a:srgbClr val="002060"/>
                </a:solidFill>
                <a:latin typeface="+mj-lt"/>
                <a:ea typeface="微软雅黑"/>
                <a:sym typeface="Wingdings 3" panose="05040102010807070707" pitchFamily="18" charset="2"/>
              </a:rPr>
              <a:t>lwext4-rust </a:t>
            </a:r>
            <a:r>
              <a:rPr lang="zh-CN" altLang="en-US" dirty="0">
                <a:solidFill>
                  <a:srgbClr val="002060"/>
                </a:solidFill>
                <a:latin typeface="+mj-lt"/>
                <a:ea typeface="微软雅黑"/>
                <a:sym typeface="Wingdings 3" panose="05040102010807070707" pitchFamily="18" charset="2"/>
              </a:rPr>
              <a:t>进行迭代开发</a:t>
            </a:r>
            <a:endParaRPr lang="en-US" altLang="zh-CN" dirty="0">
              <a:solidFill>
                <a:schemeClr val="tx2"/>
              </a:solidFill>
              <a:latin typeface="+mj-lt"/>
              <a:ea typeface="微软雅黑 Light"/>
              <a:sym typeface="Wingdings 3" panose="05040102010807070707" pitchFamily="18" charset="2"/>
            </a:endParaRPr>
          </a:p>
          <a:p>
            <a:pPr marL="285750" indent="-285750" algn="just">
              <a:lnSpc>
                <a:spcPct val="200000"/>
              </a:lnSpc>
              <a:buFont typeface="Wingdings 3" panose="05040102010807070707" pitchFamily="18" charset="2"/>
              <a:buChar char=""/>
            </a:pPr>
            <a:r>
              <a:rPr kumimoji="0" lang="zh-CN" altLang="en-US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微软雅黑"/>
                <a:cs typeface="+mn-cs"/>
                <a:sym typeface="Wingdings 3" panose="05040102010807070707" pitchFamily="18" charset="2"/>
              </a:rPr>
              <a:t>实现系统调用 </a:t>
            </a:r>
            <a:r>
              <a:rPr kumimoji="0" lang="en-US" altLang="zh-CN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微软雅黑"/>
                <a:cs typeface="+mn-cs"/>
                <a:sym typeface="Wingdings 3" panose="05040102010807070707" pitchFamily="18" charset="2"/>
              </a:rPr>
              <a:t>102 </a:t>
            </a:r>
            <a:r>
              <a:rPr kumimoji="0" lang="zh-CN" altLang="en-US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微软雅黑"/>
                <a:cs typeface="+mn-cs"/>
                <a:sym typeface="Wingdings 3" panose="05040102010807070707" pitchFamily="18" charset="2"/>
              </a:rPr>
              <a:t>个，双架构满分通过 </a:t>
            </a:r>
            <a:r>
              <a:rPr kumimoji="0" lang="en-US" altLang="zh-CN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微软雅黑"/>
                <a:cs typeface="+mn-cs"/>
                <a:sym typeface="Wingdings 3" panose="05040102010807070707" pitchFamily="18" charset="2"/>
              </a:rPr>
              <a:t>basic </a:t>
            </a:r>
            <a:r>
              <a:rPr lang="zh-CN" altLang="en-US" dirty="0">
                <a:solidFill>
                  <a:srgbClr val="002060"/>
                </a:solidFill>
                <a:latin typeface="+mj-lt"/>
                <a:ea typeface="微软雅黑"/>
                <a:sym typeface="Wingdings 3" panose="05040102010807070707" pitchFamily="18" charset="2"/>
              </a:rPr>
              <a:t>测例</a:t>
            </a:r>
            <a:endParaRPr lang="en-US" altLang="zh-CN" dirty="0">
              <a:solidFill>
                <a:srgbClr val="002060"/>
              </a:solidFill>
              <a:latin typeface="+mj-lt"/>
              <a:ea typeface="微软雅黑"/>
              <a:sym typeface="Wingdings 3" panose="05040102010807070707" pitchFamily="18" charset="2"/>
            </a:endParaRPr>
          </a:p>
          <a:p>
            <a:pPr marL="285750" indent="-285750" algn="just">
              <a:lnSpc>
                <a:spcPct val="200000"/>
              </a:lnSpc>
              <a:buFont typeface="Wingdings 3" panose="05040102010807070707" pitchFamily="18" charset="2"/>
              <a:buChar char=""/>
            </a:pPr>
            <a:r>
              <a:rPr lang="zh-CN" altLang="en-US" dirty="0">
                <a:solidFill>
                  <a:srgbClr val="002060"/>
                </a:solidFill>
                <a:latin typeface="+mj-lt"/>
                <a:ea typeface="微软雅黑"/>
                <a:sym typeface="Wingdings 3" panose="05040102010807070707" pitchFamily="18" charset="2"/>
              </a:rPr>
              <a:t>实现信号、线程机制，完善 </a:t>
            </a:r>
            <a:r>
              <a:rPr lang="en-US" altLang="zh-CN" dirty="0" err="1">
                <a:solidFill>
                  <a:srgbClr val="002060"/>
                </a:solidFill>
                <a:latin typeface="+mj-lt"/>
                <a:ea typeface="微软雅黑"/>
                <a:sym typeface="Wingdings 3" panose="05040102010807070707" pitchFamily="18" charset="2"/>
              </a:rPr>
              <a:t>sys_clock_nanosleep</a:t>
            </a:r>
            <a:r>
              <a:rPr lang="en-US" altLang="zh-CN" dirty="0">
                <a:solidFill>
                  <a:srgbClr val="002060"/>
                </a:solidFill>
                <a:latin typeface="+mj-lt"/>
                <a:ea typeface="微软雅黑"/>
                <a:sym typeface="Wingdings 3" panose="05040102010807070707" pitchFamily="18" charset="2"/>
              </a:rPr>
              <a:t> </a:t>
            </a:r>
            <a:r>
              <a:rPr lang="zh-CN" altLang="en-US" dirty="0">
                <a:solidFill>
                  <a:srgbClr val="002060"/>
                </a:solidFill>
                <a:latin typeface="+mj-lt"/>
                <a:ea typeface="微软雅黑"/>
                <a:sym typeface="Wingdings 3" panose="05040102010807070707" pitchFamily="18" charset="2"/>
              </a:rPr>
              <a:t>和 </a:t>
            </a:r>
            <a:r>
              <a:rPr lang="en-US" altLang="zh-CN" dirty="0" err="1">
                <a:solidFill>
                  <a:srgbClr val="002060"/>
                </a:solidFill>
                <a:latin typeface="+mj-lt"/>
                <a:ea typeface="微软雅黑"/>
                <a:sym typeface="Wingdings 3" panose="05040102010807070707" pitchFamily="18" charset="2"/>
              </a:rPr>
              <a:t>sys_tgkill</a:t>
            </a:r>
            <a:endParaRPr lang="zh-CN" altLang="en-US" sz="1800" dirty="0">
              <a:solidFill>
                <a:srgbClr val="002060"/>
              </a:solidFill>
              <a:latin typeface="+mj-lt"/>
              <a:ea typeface="微软雅黑"/>
              <a:sym typeface="Wingdings 3" panose="05040102010807070707" pitchFamily="18" charset="2"/>
            </a:endParaRPr>
          </a:p>
          <a:p>
            <a:pPr marL="285750" indent="-285750" algn="just">
              <a:lnSpc>
                <a:spcPct val="200000"/>
              </a:lnSpc>
              <a:buFont typeface="Wingdings 3" panose="05040102010807070707" pitchFamily="18" charset="2"/>
              <a:buChar char=""/>
            </a:pPr>
            <a:endParaRPr lang="en-US" altLang="zh-CN" sz="1800" dirty="0">
              <a:solidFill>
                <a:srgbClr val="002060"/>
              </a:solidFill>
              <a:latin typeface="+mj-lt"/>
              <a:ea typeface="微软雅黑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3F2085D-1D3B-4A7F-A759-A649F7276DAD}"/>
              </a:ext>
            </a:extLst>
          </p:cNvPr>
          <p:cNvCxnSpPr>
            <a:cxnSpLocks/>
          </p:cNvCxnSpPr>
          <p:nvPr/>
        </p:nvCxnSpPr>
        <p:spPr>
          <a:xfrm>
            <a:off x="237809" y="1859809"/>
            <a:ext cx="5286614" cy="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43CF543-718B-6617-826D-6B65E7AA3694}"/>
              </a:ext>
            </a:extLst>
          </p:cNvPr>
          <p:cNvCxnSpPr>
            <a:cxnSpLocks/>
          </p:cNvCxnSpPr>
          <p:nvPr/>
        </p:nvCxnSpPr>
        <p:spPr>
          <a:xfrm>
            <a:off x="237809" y="2417594"/>
            <a:ext cx="5286614" cy="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BECC701-145B-458C-F871-8A89AE36C3A4}"/>
              </a:ext>
            </a:extLst>
          </p:cNvPr>
          <p:cNvCxnSpPr>
            <a:cxnSpLocks/>
          </p:cNvCxnSpPr>
          <p:nvPr/>
        </p:nvCxnSpPr>
        <p:spPr>
          <a:xfrm>
            <a:off x="237809" y="2938294"/>
            <a:ext cx="6237835" cy="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图片 44">
            <a:extLst>
              <a:ext uri="{FF2B5EF4-FFF2-40B4-BE49-F238E27FC236}">
                <a16:creationId xmlns:a16="http://schemas.microsoft.com/office/drawing/2014/main" id="{DE5E2FC5-D3AE-78A2-EC91-E9D3FE4E19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874" y="1145926"/>
            <a:ext cx="4783919" cy="4836032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779A3BD9-42E9-470A-DDE7-0A2E6BCB269B}"/>
              </a:ext>
            </a:extLst>
          </p:cNvPr>
          <p:cNvSpPr txBox="1"/>
          <p:nvPr/>
        </p:nvSpPr>
        <p:spPr>
          <a:xfrm>
            <a:off x="8563058" y="6019869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002060"/>
                </a:solidFill>
                <a:latin typeface="微软雅黑"/>
                <a:ea typeface="微软雅黑"/>
              </a:rPr>
              <a:t>部分开发记录</a:t>
            </a:r>
          </a:p>
        </p:txBody>
      </p:sp>
      <p:sp>
        <p:nvSpPr>
          <p:cNvPr id="49" name="箭头: 五边形 48">
            <a:extLst>
              <a:ext uri="{FF2B5EF4-FFF2-40B4-BE49-F238E27FC236}">
                <a16:creationId xmlns:a16="http://schemas.microsoft.com/office/drawing/2014/main" id="{16550F38-80C9-E208-1753-20BB3CF5548C}"/>
              </a:ext>
            </a:extLst>
          </p:cNvPr>
          <p:cNvSpPr/>
          <p:nvPr/>
        </p:nvSpPr>
        <p:spPr>
          <a:xfrm>
            <a:off x="133327" y="3446118"/>
            <a:ext cx="1821121" cy="889340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月初</a:t>
            </a:r>
          </a:p>
        </p:txBody>
      </p:sp>
      <p:sp>
        <p:nvSpPr>
          <p:cNvPr id="51" name="箭头: V 形 50">
            <a:extLst>
              <a:ext uri="{FF2B5EF4-FFF2-40B4-BE49-F238E27FC236}">
                <a16:creationId xmlns:a16="http://schemas.microsoft.com/office/drawing/2014/main" id="{E25EDECF-2211-BCA3-223B-E1FE4ECEF9E4}"/>
              </a:ext>
            </a:extLst>
          </p:cNvPr>
          <p:cNvSpPr/>
          <p:nvPr/>
        </p:nvSpPr>
        <p:spPr>
          <a:xfrm>
            <a:off x="1886335" y="3446119"/>
            <a:ext cx="2456854" cy="889339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月中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3013975-A641-D5C9-B3D4-DDDDBE485A48}"/>
              </a:ext>
            </a:extLst>
          </p:cNvPr>
          <p:cNvSpPr txBox="1"/>
          <p:nvPr/>
        </p:nvSpPr>
        <p:spPr>
          <a:xfrm>
            <a:off x="49096" y="4420231"/>
            <a:ext cx="1685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002060"/>
                </a:solidFill>
                <a:latin typeface="微软雅黑"/>
                <a:ea typeface="微软雅黑"/>
              </a:rPr>
              <a:t>适配</a:t>
            </a:r>
            <a:r>
              <a:rPr lang="en-US" altLang="zh-CN" sz="1600" dirty="0">
                <a:solidFill>
                  <a:srgbClr val="002060"/>
                </a:solidFill>
                <a:latin typeface="微软雅黑"/>
                <a:ea typeface="微软雅黑"/>
              </a:rPr>
              <a:t>RISC-V</a:t>
            </a:r>
            <a:r>
              <a:rPr lang="zh-CN" altLang="en-US" sz="1600" dirty="0">
                <a:solidFill>
                  <a:srgbClr val="002060"/>
                </a:solidFill>
                <a:latin typeface="微软雅黑"/>
                <a:ea typeface="微软雅黑"/>
              </a:rPr>
              <a:t>架构</a:t>
            </a:r>
          </a:p>
        </p:txBody>
      </p:sp>
      <p:sp>
        <p:nvSpPr>
          <p:cNvPr id="58" name="箭头: V 形 57">
            <a:extLst>
              <a:ext uri="{FF2B5EF4-FFF2-40B4-BE49-F238E27FC236}">
                <a16:creationId xmlns:a16="http://schemas.microsoft.com/office/drawing/2014/main" id="{E9D13208-CA71-7C50-9C89-C5DD3EFDCB12}"/>
              </a:ext>
            </a:extLst>
          </p:cNvPr>
          <p:cNvSpPr/>
          <p:nvPr/>
        </p:nvSpPr>
        <p:spPr>
          <a:xfrm>
            <a:off x="4279378" y="3446118"/>
            <a:ext cx="2456854" cy="889339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月末</a:t>
            </a:r>
          </a:p>
        </p:txBody>
      </p:sp>
      <p:sp>
        <p:nvSpPr>
          <p:cNvPr id="59" name="箭头: V 形 58">
            <a:extLst>
              <a:ext uri="{FF2B5EF4-FFF2-40B4-BE49-F238E27FC236}">
                <a16:creationId xmlns:a16="http://schemas.microsoft.com/office/drawing/2014/main" id="{87BC84E5-D943-4050-112A-ECF43AB696AC}"/>
              </a:ext>
            </a:extLst>
          </p:cNvPr>
          <p:cNvSpPr/>
          <p:nvPr/>
        </p:nvSpPr>
        <p:spPr>
          <a:xfrm>
            <a:off x="133327" y="4959915"/>
            <a:ext cx="2456854" cy="889339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月初</a:t>
            </a:r>
          </a:p>
        </p:txBody>
      </p:sp>
      <p:sp>
        <p:nvSpPr>
          <p:cNvPr id="60" name="箭头: V 形 59">
            <a:extLst>
              <a:ext uri="{FF2B5EF4-FFF2-40B4-BE49-F238E27FC236}">
                <a16:creationId xmlns:a16="http://schemas.microsoft.com/office/drawing/2014/main" id="{AA2AFA4E-69B7-E01E-B421-EF1074BB51BF}"/>
              </a:ext>
            </a:extLst>
          </p:cNvPr>
          <p:cNvSpPr/>
          <p:nvPr/>
        </p:nvSpPr>
        <p:spPr>
          <a:xfrm>
            <a:off x="2553557" y="4959914"/>
            <a:ext cx="2456854" cy="889339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月中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52A4FF3-674B-BFEE-E3B2-5F6CC3DDCBD8}"/>
              </a:ext>
            </a:extLst>
          </p:cNvPr>
          <p:cNvSpPr txBox="1"/>
          <p:nvPr/>
        </p:nvSpPr>
        <p:spPr>
          <a:xfrm>
            <a:off x="1954448" y="4420231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002060"/>
                </a:solidFill>
                <a:latin typeface="微软雅黑"/>
                <a:ea typeface="微软雅黑"/>
              </a:rPr>
              <a:t>开始添加、适配测例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82EC987-486B-41E2-3400-D2BF23763E12}"/>
              </a:ext>
            </a:extLst>
          </p:cNvPr>
          <p:cNvSpPr txBox="1"/>
          <p:nvPr/>
        </p:nvSpPr>
        <p:spPr>
          <a:xfrm>
            <a:off x="76553" y="5935150"/>
            <a:ext cx="21611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002060"/>
                </a:solidFill>
                <a:latin typeface="微软雅黑"/>
                <a:ea typeface="微软雅黑"/>
              </a:rPr>
              <a:t>更新并适配新版</a:t>
            </a:r>
            <a:r>
              <a:rPr lang="en-US" altLang="zh-CN" sz="1600" dirty="0" err="1">
                <a:solidFill>
                  <a:srgbClr val="002060"/>
                </a:solidFill>
                <a:latin typeface="微软雅黑"/>
                <a:ea typeface="微软雅黑"/>
              </a:rPr>
              <a:t>Virtio</a:t>
            </a:r>
            <a:endParaRPr lang="zh-CN" altLang="en-US" sz="1600" dirty="0">
              <a:solidFill>
                <a:srgbClr val="002060"/>
              </a:solidFill>
              <a:latin typeface="微软雅黑"/>
              <a:ea typeface="微软雅黑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03BBAAA-CE02-0541-C1EE-598A376D2D35}"/>
              </a:ext>
            </a:extLst>
          </p:cNvPr>
          <p:cNvSpPr txBox="1"/>
          <p:nvPr/>
        </p:nvSpPr>
        <p:spPr>
          <a:xfrm>
            <a:off x="3068790" y="593515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002060"/>
                </a:solidFill>
                <a:latin typeface="微软雅黑"/>
                <a:ea typeface="微软雅黑"/>
              </a:rPr>
              <a:t>双架构适配</a:t>
            </a:r>
          </a:p>
        </p:txBody>
      </p:sp>
      <p:sp>
        <p:nvSpPr>
          <p:cNvPr id="65" name="箭头: V 形 64">
            <a:extLst>
              <a:ext uri="{FF2B5EF4-FFF2-40B4-BE49-F238E27FC236}">
                <a16:creationId xmlns:a16="http://schemas.microsoft.com/office/drawing/2014/main" id="{6389151B-2D5D-7F35-FF4C-645FDB006B31}"/>
              </a:ext>
            </a:extLst>
          </p:cNvPr>
          <p:cNvSpPr/>
          <p:nvPr/>
        </p:nvSpPr>
        <p:spPr>
          <a:xfrm>
            <a:off x="4952612" y="4959914"/>
            <a:ext cx="1746330" cy="889339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初赛结束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D3C9B874-A8C5-4215-2FA9-46AC7AB41389}"/>
              </a:ext>
            </a:extLst>
          </p:cNvPr>
          <p:cNvSpPr txBox="1"/>
          <p:nvPr/>
        </p:nvSpPr>
        <p:spPr>
          <a:xfrm>
            <a:off x="4179096" y="4420231"/>
            <a:ext cx="24885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002060"/>
                </a:solidFill>
                <a:latin typeface="微软雅黑"/>
                <a:ea typeface="微软雅黑"/>
              </a:rPr>
              <a:t>初步适配</a:t>
            </a:r>
            <a:r>
              <a:rPr lang="en-US" altLang="zh-CN" sz="1600" dirty="0" err="1">
                <a:solidFill>
                  <a:srgbClr val="002060"/>
                </a:solidFill>
                <a:latin typeface="微软雅黑"/>
                <a:ea typeface="微软雅黑"/>
              </a:rPr>
              <a:t>LoongArch</a:t>
            </a:r>
            <a:r>
              <a:rPr lang="zh-CN" altLang="en-US" sz="1600" dirty="0">
                <a:solidFill>
                  <a:srgbClr val="002060"/>
                </a:solidFill>
                <a:latin typeface="微软雅黑"/>
                <a:ea typeface="微软雅黑"/>
              </a:rPr>
              <a:t>架构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009D501-B266-1E6E-6E70-BAA726291762}"/>
              </a:ext>
            </a:extLst>
          </p:cNvPr>
          <p:cNvSpPr txBox="1"/>
          <p:nvPr/>
        </p:nvSpPr>
        <p:spPr>
          <a:xfrm>
            <a:off x="49096" y="6512032"/>
            <a:ext cx="16146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b="1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NPUcore</a:t>
            </a:r>
            <a:r>
              <a:rPr lang="en-US" altLang="zh-CN" sz="10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-BLOSSOM</a:t>
            </a:r>
            <a:endParaRPr lang="zh-CN" altLang="en-US" sz="105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5A57921-07B1-7E13-4FFF-C5119E38E261}"/>
              </a:ext>
            </a:extLst>
          </p:cNvPr>
          <p:cNvSpPr txBox="1"/>
          <p:nvPr/>
        </p:nvSpPr>
        <p:spPr>
          <a:xfrm>
            <a:off x="1003156" y="6392594"/>
            <a:ext cx="8840382" cy="414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遵循</a:t>
            </a:r>
            <a:r>
              <a:rPr lang="zh-CN" alt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软件工程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的思想，在每次合并新模块后都会进行</a:t>
            </a:r>
            <a:r>
              <a:rPr lang="zh-CN" alt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压力测试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回归测试</a:t>
            </a:r>
            <a:r>
              <a:rPr lang="zh-CN" altLang="en-US" sz="16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，保证其稳定性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48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664"/>
    </mc:Choice>
    <mc:Fallback xmlns="">
      <p:transition spd="slow" advTm="7866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EB92F-A6F6-05AC-D969-C8438BE52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1305E27-A0D1-0A4A-CE94-F833B8B7ABBE}"/>
              </a:ext>
            </a:extLst>
          </p:cNvPr>
          <p:cNvCxnSpPr>
            <a:cxnSpLocks/>
          </p:cNvCxnSpPr>
          <p:nvPr/>
        </p:nvCxnSpPr>
        <p:spPr>
          <a:xfrm>
            <a:off x="0" y="994868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68810F3-4BE4-D6DC-F727-0002A2305BCD}"/>
              </a:ext>
            </a:extLst>
          </p:cNvPr>
          <p:cNvSpPr txBox="1"/>
          <p:nvPr/>
        </p:nvSpPr>
        <p:spPr>
          <a:xfrm>
            <a:off x="1217906" y="28698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  <a:latin typeface="微软雅黑"/>
                <a:ea typeface="微软雅黑"/>
              </a:rPr>
              <a:t>一、内核简介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E831AD1-31EF-CEB2-0DC3-9D3DA9C46670}"/>
              </a:ext>
            </a:extLst>
          </p:cNvPr>
          <p:cNvCxnSpPr>
            <a:cxnSpLocks/>
          </p:cNvCxnSpPr>
          <p:nvPr/>
        </p:nvCxnSpPr>
        <p:spPr>
          <a:xfrm flipH="1">
            <a:off x="-1" y="0"/>
            <a:ext cx="1" cy="68580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6B8930F-89AC-AC7A-ABCF-32A5ED8FB65C}"/>
              </a:ext>
            </a:extLst>
          </p:cNvPr>
          <p:cNvCxnSpPr>
            <a:cxnSpLocks/>
          </p:cNvCxnSpPr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D9AFBF6-40D1-64CE-7DAC-EB1CFA2EF22C}"/>
              </a:ext>
            </a:extLst>
          </p:cNvPr>
          <p:cNvCxnSpPr>
            <a:cxnSpLocks/>
          </p:cNvCxnSpPr>
          <p:nvPr/>
        </p:nvCxnSpPr>
        <p:spPr>
          <a:xfrm>
            <a:off x="0" y="6858000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65AC53A-1E27-F640-8866-F956E6538CBC}"/>
              </a:ext>
            </a:extLst>
          </p:cNvPr>
          <p:cNvCxnSpPr>
            <a:cxnSpLocks/>
          </p:cNvCxnSpPr>
          <p:nvPr/>
        </p:nvCxnSpPr>
        <p:spPr>
          <a:xfrm>
            <a:off x="-1" y="0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D877C044-1A62-5BA7-B8B9-DC5453EB4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857" y="50484"/>
            <a:ext cx="3440589" cy="893901"/>
          </a:xfrm>
          <a:prstGeom prst="rect">
            <a:avLst/>
          </a:prstGeom>
        </p:spPr>
      </p:pic>
      <p:pic>
        <p:nvPicPr>
          <p:cNvPr id="23" name="图形 22" descr="Internet 纯色填充">
            <a:extLst>
              <a:ext uri="{FF2B5EF4-FFF2-40B4-BE49-F238E27FC236}">
                <a16:creationId xmlns:a16="http://schemas.microsoft.com/office/drawing/2014/main" id="{C2540F1E-C22F-4A35-E76C-A1C489356C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753" y="80468"/>
            <a:ext cx="914400" cy="9144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8CC3147-9194-12C9-F2EC-AA9409460D46}"/>
              </a:ext>
            </a:extLst>
          </p:cNvPr>
          <p:cNvSpPr/>
          <p:nvPr/>
        </p:nvSpPr>
        <p:spPr>
          <a:xfrm>
            <a:off x="3253953" y="2130903"/>
            <a:ext cx="2532376" cy="39782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 cmpd="sng"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900917"/>
                      <a:gd name="connsiteY0" fmla="*/ 0 h 6514217"/>
                      <a:gd name="connsiteX1" fmla="*/ 476037 w 11900917"/>
                      <a:gd name="connsiteY1" fmla="*/ 0 h 6514217"/>
                      <a:gd name="connsiteX2" fmla="*/ 714055 w 11900917"/>
                      <a:gd name="connsiteY2" fmla="*/ 0 h 6514217"/>
                      <a:gd name="connsiteX3" fmla="*/ 1547119 w 11900917"/>
                      <a:gd name="connsiteY3" fmla="*/ 0 h 6514217"/>
                      <a:gd name="connsiteX4" fmla="*/ 2023156 w 11900917"/>
                      <a:gd name="connsiteY4" fmla="*/ 0 h 6514217"/>
                      <a:gd name="connsiteX5" fmla="*/ 2499193 w 11900917"/>
                      <a:gd name="connsiteY5" fmla="*/ 0 h 6514217"/>
                      <a:gd name="connsiteX6" fmla="*/ 3332257 w 11900917"/>
                      <a:gd name="connsiteY6" fmla="*/ 0 h 6514217"/>
                      <a:gd name="connsiteX7" fmla="*/ 3689284 w 11900917"/>
                      <a:gd name="connsiteY7" fmla="*/ 0 h 6514217"/>
                      <a:gd name="connsiteX8" fmla="*/ 4522348 w 11900917"/>
                      <a:gd name="connsiteY8" fmla="*/ 0 h 6514217"/>
                      <a:gd name="connsiteX9" fmla="*/ 5355413 w 11900917"/>
                      <a:gd name="connsiteY9" fmla="*/ 0 h 6514217"/>
                      <a:gd name="connsiteX10" fmla="*/ 5950459 w 11900917"/>
                      <a:gd name="connsiteY10" fmla="*/ 0 h 6514217"/>
                      <a:gd name="connsiteX11" fmla="*/ 6783523 w 11900917"/>
                      <a:gd name="connsiteY11" fmla="*/ 0 h 6514217"/>
                      <a:gd name="connsiteX12" fmla="*/ 7259559 w 11900917"/>
                      <a:gd name="connsiteY12" fmla="*/ 0 h 6514217"/>
                      <a:gd name="connsiteX13" fmla="*/ 7735596 w 11900917"/>
                      <a:gd name="connsiteY13" fmla="*/ 0 h 6514217"/>
                      <a:gd name="connsiteX14" fmla="*/ 8449651 w 11900917"/>
                      <a:gd name="connsiteY14" fmla="*/ 0 h 6514217"/>
                      <a:gd name="connsiteX15" fmla="*/ 8925688 w 11900917"/>
                      <a:gd name="connsiteY15" fmla="*/ 0 h 6514217"/>
                      <a:gd name="connsiteX16" fmla="*/ 9758752 w 11900917"/>
                      <a:gd name="connsiteY16" fmla="*/ 0 h 6514217"/>
                      <a:gd name="connsiteX17" fmla="*/ 10591816 w 11900917"/>
                      <a:gd name="connsiteY17" fmla="*/ 0 h 6514217"/>
                      <a:gd name="connsiteX18" fmla="*/ 11186862 w 11900917"/>
                      <a:gd name="connsiteY18" fmla="*/ 0 h 6514217"/>
                      <a:gd name="connsiteX19" fmla="*/ 11900917 w 11900917"/>
                      <a:gd name="connsiteY19" fmla="*/ 0 h 6514217"/>
                      <a:gd name="connsiteX20" fmla="*/ 11900917 w 11900917"/>
                      <a:gd name="connsiteY20" fmla="*/ 396775 h 6514217"/>
                      <a:gd name="connsiteX21" fmla="*/ 11900917 w 11900917"/>
                      <a:gd name="connsiteY21" fmla="*/ 858692 h 6514217"/>
                      <a:gd name="connsiteX22" fmla="*/ 11900917 w 11900917"/>
                      <a:gd name="connsiteY22" fmla="*/ 1516036 h 6514217"/>
                      <a:gd name="connsiteX23" fmla="*/ 11900917 w 11900917"/>
                      <a:gd name="connsiteY23" fmla="*/ 2043095 h 6514217"/>
                      <a:gd name="connsiteX24" fmla="*/ 11900917 w 11900917"/>
                      <a:gd name="connsiteY24" fmla="*/ 2505013 h 6514217"/>
                      <a:gd name="connsiteX25" fmla="*/ 11900917 w 11900917"/>
                      <a:gd name="connsiteY25" fmla="*/ 3162356 h 6514217"/>
                      <a:gd name="connsiteX26" fmla="*/ 11900917 w 11900917"/>
                      <a:gd name="connsiteY26" fmla="*/ 3754558 h 6514217"/>
                      <a:gd name="connsiteX27" fmla="*/ 11900917 w 11900917"/>
                      <a:gd name="connsiteY27" fmla="*/ 4346759 h 6514217"/>
                      <a:gd name="connsiteX28" fmla="*/ 11900917 w 11900917"/>
                      <a:gd name="connsiteY28" fmla="*/ 5069245 h 6514217"/>
                      <a:gd name="connsiteX29" fmla="*/ 11900917 w 11900917"/>
                      <a:gd name="connsiteY29" fmla="*/ 5726589 h 6514217"/>
                      <a:gd name="connsiteX30" fmla="*/ 11900917 w 11900917"/>
                      <a:gd name="connsiteY30" fmla="*/ 6514217 h 6514217"/>
                      <a:gd name="connsiteX31" fmla="*/ 11424880 w 11900917"/>
                      <a:gd name="connsiteY31" fmla="*/ 6514217 h 6514217"/>
                      <a:gd name="connsiteX32" fmla="*/ 11186862 w 11900917"/>
                      <a:gd name="connsiteY32" fmla="*/ 6514217 h 6514217"/>
                      <a:gd name="connsiteX33" fmla="*/ 10472807 w 11900917"/>
                      <a:gd name="connsiteY33" fmla="*/ 6514217 h 6514217"/>
                      <a:gd name="connsiteX34" fmla="*/ 10115779 w 11900917"/>
                      <a:gd name="connsiteY34" fmla="*/ 6514217 h 6514217"/>
                      <a:gd name="connsiteX35" fmla="*/ 9877761 w 11900917"/>
                      <a:gd name="connsiteY35" fmla="*/ 6514217 h 6514217"/>
                      <a:gd name="connsiteX36" fmla="*/ 9520734 w 11900917"/>
                      <a:gd name="connsiteY36" fmla="*/ 6514217 h 6514217"/>
                      <a:gd name="connsiteX37" fmla="*/ 8806679 w 11900917"/>
                      <a:gd name="connsiteY37" fmla="*/ 6514217 h 6514217"/>
                      <a:gd name="connsiteX38" fmla="*/ 8449651 w 11900917"/>
                      <a:gd name="connsiteY38" fmla="*/ 6514217 h 6514217"/>
                      <a:gd name="connsiteX39" fmla="*/ 8211633 w 11900917"/>
                      <a:gd name="connsiteY39" fmla="*/ 6514217 h 6514217"/>
                      <a:gd name="connsiteX40" fmla="*/ 7854605 w 11900917"/>
                      <a:gd name="connsiteY40" fmla="*/ 6514217 h 6514217"/>
                      <a:gd name="connsiteX41" fmla="*/ 7378569 w 11900917"/>
                      <a:gd name="connsiteY41" fmla="*/ 6514217 h 6514217"/>
                      <a:gd name="connsiteX42" fmla="*/ 6783523 w 11900917"/>
                      <a:gd name="connsiteY42" fmla="*/ 6514217 h 6514217"/>
                      <a:gd name="connsiteX43" fmla="*/ 6426495 w 11900917"/>
                      <a:gd name="connsiteY43" fmla="*/ 6514217 h 6514217"/>
                      <a:gd name="connsiteX44" fmla="*/ 5593431 w 11900917"/>
                      <a:gd name="connsiteY44" fmla="*/ 6514217 h 6514217"/>
                      <a:gd name="connsiteX45" fmla="*/ 4998385 w 11900917"/>
                      <a:gd name="connsiteY45" fmla="*/ 6514217 h 6514217"/>
                      <a:gd name="connsiteX46" fmla="*/ 4165321 w 11900917"/>
                      <a:gd name="connsiteY46" fmla="*/ 6514217 h 6514217"/>
                      <a:gd name="connsiteX47" fmla="*/ 3451266 w 11900917"/>
                      <a:gd name="connsiteY47" fmla="*/ 6514217 h 6514217"/>
                      <a:gd name="connsiteX48" fmla="*/ 2975229 w 11900917"/>
                      <a:gd name="connsiteY48" fmla="*/ 6514217 h 6514217"/>
                      <a:gd name="connsiteX49" fmla="*/ 2261174 w 11900917"/>
                      <a:gd name="connsiteY49" fmla="*/ 6514217 h 6514217"/>
                      <a:gd name="connsiteX50" fmla="*/ 1904147 w 11900917"/>
                      <a:gd name="connsiteY50" fmla="*/ 6514217 h 6514217"/>
                      <a:gd name="connsiteX51" fmla="*/ 1309101 w 11900917"/>
                      <a:gd name="connsiteY51" fmla="*/ 6514217 h 6514217"/>
                      <a:gd name="connsiteX52" fmla="*/ 1071083 w 11900917"/>
                      <a:gd name="connsiteY52" fmla="*/ 6514217 h 6514217"/>
                      <a:gd name="connsiteX53" fmla="*/ 0 w 11900917"/>
                      <a:gd name="connsiteY53" fmla="*/ 6514217 h 6514217"/>
                      <a:gd name="connsiteX54" fmla="*/ 0 w 11900917"/>
                      <a:gd name="connsiteY54" fmla="*/ 5922015 h 6514217"/>
                      <a:gd name="connsiteX55" fmla="*/ 0 w 11900917"/>
                      <a:gd name="connsiteY55" fmla="*/ 5264672 h 6514217"/>
                      <a:gd name="connsiteX56" fmla="*/ 0 w 11900917"/>
                      <a:gd name="connsiteY56" fmla="*/ 4607328 h 6514217"/>
                      <a:gd name="connsiteX57" fmla="*/ 0 w 11900917"/>
                      <a:gd name="connsiteY57" fmla="*/ 4145411 h 6514217"/>
                      <a:gd name="connsiteX58" fmla="*/ 0 w 11900917"/>
                      <a:gd name="connsiteY58" fmla="*/ 3422925 h 6514217"/>
                      <a:gd name="connsiteX59" fmla="*/ 0 w 11900917"/>
                      <a:gd name="connsiteY59" fmla="*/ 2830723 h 6514217"/>
                      <a:gd name="connsiteX60" fmla="*/ 0 w 11900917"/>
                      <a:gd name="connsiteY60" fmla="*/ 2433948 h 6514217"/>
                      <a:gd name="connsiteX61" fmla="*/ 0 w 11900917"/>
                      <a:gd name="connsiteY61" fmla="*/ 1841747 h 6514217"/>
                      <a:gd name="connsiteX62" fmla="*/ 0 w 11900917"/>
                      <a:gd name="connsiteY62" fmla="*/ 1314687 h 6514217"/>
                      <a:gd name="connsiteX63" fmla="*/ 0 w 11900917"/>
                      <a:gd name="connsiteY63" fmla="*/ 787628 h 6514217"/>
                      <a:gd name="connsiteX64" fmla="*/ 0 w 11900917"/>
                      <a:gd name="connsiteY64" fmla="*/ 0 h 6514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11900917" h="6514217" extrusionOk="0">
                        <a:moveTo>
                          <a:pt x="0" y="0"/>
                        </a:moveTo>
                        <a:cubicBezTo>
                          <a:pt x="237347" y="-25440"/>
                          <a:pt x="380125" y="19026"/>
                          <a:pt x="476037" y="0"/>
                        </a:cubicBezTo>
                        <a:cubicBezTo>
                          <a:pt x="571949" y="-19026"/>
                          <a:pt x="595303" y="8080"/>
                          <a:pt x="714055" y="0"/>
                        </a:cubicBezTo>
                        <a:cubicBezTo>
                          <a:pt x="832807" y="-8080"/>
                          <a:pt x="1334682" y="58008"/>
                          <a:pt x="1547119" y="0"/>
                        </a:cubicBezTo>
                        <a:cubicBezTo>
                          <a:pt x="1759556" y="-58008"/>
                          <a:pt x="1920909" y="7543"/>
                          <a:pt x="2023156" y="0"/>
                        </a:cubicBezTo>
                        <a:cubicBezTo>
                          <a:pt x="2125403" y="-7543"/>
                          <a:pt x="2389367" y="42848"/>
                          <a:pt x="2499193" y="0"/>
                        </a:cubicBezTo>
                        <a:cubicBezTo>
                          <a:pt x="2609019" y="-42848"/>
                          <a:pt x="3062924" y="1682"/>
                          <a:pt x="3332257" y="0"/>
                        </a:cubicBezTo>
                        <a:cubicBezTo>
                          <a:pt x="3601590" y="-1682"/>
                          <a:pt x="3575415" y="23112"/>
                          <a:pt x="3689284" y="0"/>
                        </a:cubicBezTo>
                        <a:cubicBezTo>
                          <a:pt x="3803153" y="-23112"/>
                          <a:pt x="4136397" y="90254"/>
                          <a:pt x="4522348" y="0"/>
                        </a:cubicBezTo>
                        <a:cubicBezTo>
                          <a:pt x="4908299" y="-90254"/>
                          <a:pt x="5152834" y="83380"/>
                          <a:pt x="5355413" y="0"/>
                        </a:cubicBezTo>
                        <a:cubicBezTo>
                          <a:pt x="5557992" y="-83380"/>
                          <a:pt x="5794929" y="52432"/>
                          <a:pt x="5950459" y="0"/>
                        </a:cubicBezTo>
                        <a:cubicBezTo>
                          <a:pt x="6105989" y="-52432"/>
                          <a:pt x="6554819" y="23660"/>
                          <a:pt x="6783523" y="0"/>
                        </a:cubicBezTo>
                        <a:cubicBezTo>
                          <a:pt x="7012227" y="-23660"/>
                          <a:pt x="7161139" y="35289"/>
                          <a:pt x="7259559" y="0"/>
                        </a:cubicBezTo>
                        <a:cubicBezTo>
                          <a:pt x="7357979" y="-35289"/>
                          <a:pt x="7513593" y="26788"/>
                          <a:pt x="7735596" y="0"/>
                        </a:cubicBezTo>
                        <a:cubicBezTo>
                          <a:pt x="7957599" y="-26788"/>
                          <a:pt x="8093213" y="38812"/>
                          <a:pt x="8449651" y="0"/>
                        </a:cubicBezTo>
                        <a:cubicBezTo>
                          <a:pt x="8806089" y="-38812"/>
                          <a:pt x="8702562" y="12998"/>
                          <a:pt x="8925688" y="0"/>
                        </a:cubicBezTo>
                        <a:cubicBezTo>
                          <a:pt x="9148814" y="-12998"/>
                          <a:pt x="9487755" y="97643"/>
                          <a:pt x="9758752" y="0"/>
                        </a:cubicBezTo>
                        <a:cubicBezTo>
                          <a:pt x="10029749" y="-97643"/>
                          <a:pt x="10205548" y="97972"/>
                          <a:pt x="10591816" y="0"/>
                        </a:cubicBezTo>
                        <a:cubicBezTo>
                          <a:pt x="10978084" y="-97972"/>
                          <a:pt x="10972415" y="4333"/>
                          <a:pt x="11186862" y="0"/>
                        </a:cubicBezTo>
                        <a:cubicBezTo>
                          <a:pt x="11401309" y="-4333"/>
                          <a:pt x="11610116" y="28820"/>
                          <a:pt x="11900917" y="0"/>
                        </a:cubicBezTo>
                        <a:cubicBezTo>
                          <a:pt x="11923939" y="141937"/>
                          <a:pt x="11870646" y="224975"/>
                          <a:pt x="11900917" y="396775"/>
                        </a:cubicBezTo>
                        <a:cubicBezTo>
                          <a:pt x="11931188" y="568575"/>
                          <a:pt x="11869764" y="666634"/>
                          <a:pt x="11900917" y="858692"/>
                        </a:cubicBezTo>
                        <a:cubicBezTo>
                          <a:pt x="11932070" y="1050750"/>
                          <a:pt x="11879830" y="1200799"/>
                          <a:pt x="11900917" y="1516036"/>
                        </a:cubicBezTo>
                        <a:cubicBezTo>
                          <a:pt x="11922004" y="1831273"/>
                          <a:pt x="11880805" y="1928720"/>
                          <a:pt x="11900917" y="2043095"/>
                        </a:cubicBezTo>
                        <a:cubicBezTo>
                          <a:pt x="11921029" y="2157470"/>
                          <a:pt x="11890717" y="2376673"/>
                          <a:pt x="11900917" y="2505013"/>
                        </a:cubicBezTo>
                        <a:cubicBezTo>
                          <a:pt x="11911117" y="2633353"/>
                          <a:pt x="11841283" y="2908915"/>
                          <a:pt x="11900917" y="3162356"/>
                        </a:cubicBezTo>
                        <a:cubicBezTo>
                          <a:pt x="11960551" y="3415797"/>
                          <a:pt x="11868803" y="3562257"/>
                          <a:pt x="11900917" y="3754558"/>
                        </a:cubicBezTo>
                        <a:cubicBezTo>
                          <a:pt x="11933031" y="3946859"/>
                          <a:pt x="11897798" y="4176796"/>
                          <a:pt x="11900917" y="4346759"/>
                        </a:cubicBezTo>
                        <a:cubicBezTo>
                          <a:pt x="11904036" y="4516722"/>
                          <a:pt x="11873351" y="4727109"/>
                          <a:pt x="11900917" y="5069245"/>
                        </a:cubicBezTo>
                        <a:cubicBezTo>
                          <a:pt x="11928483" y="5411381"/>
                          <a:pt x="11892383" y="5576496"/>
                          <a:pt x="11900917" y="5726589"/>
                        </a:cubicBezTo>
                        <a:cubicBezTo>
                          <a:pt x="11909451" y="5876682"/>
                          <a:pt x="11886121" y="6166463"/>
                          <a:pt x="11900917" y="6514217"/>
                        </a:cubicBezTo>
                        <a:cubicBezTo>
                          <a:pt x="11792006" y="6525969"/>
                          <a:pt x="11543793" y="6503439"/>
                          <a:pt x="11424880" y="6514217"/>
                        </a:cubicBezTo>
                        <a:cubicBezTo>
                          <a:pt x="11305967" y="6524995"/>
                          <a:pt x="11236658" y="6510181"/>
                          <a:pt x="11186862" y="6514217"/>
                        </a:cubicBezTo>
                        <a:cubicBezTo>
                          <a:pt x="11137066" y="6518253"/>
                          <a:pt x="10770881" y="6481074"/>
                          <a:pt x="10472807" y="6514217"/>
                        </a:cubicBezTo>
                        <a:cubicBezTo>
                          <a:pt x="10174733" y="6547360"/>
                          <a:pt x="10282735" y="6473421"/>
                          <a:pt x="10115779" y="6514217"/>
                        </a:cubicBezTo>
                        <a:cubicBezTo>
                          <a:pt x="9948823" y="6555013"/>
                          <a:pt x="9946095" y="6489509"/>
                          <a:pt x="9877761" y="6514217"/>
                        </a:cubicBezTo>
                        <a:cubicBezTo>
                          <a:pt x="9809427" y="6538925"/>
                          <a:pt x="9616966" y="6500614"/>
                          <a:pt x="9520734" y="6514217"/>
                        </a:cubicBezTo>
                        <a:cubicBezTo>
                          <a:pt x="9424502" y="6527820"/>
                          <a:pt x="9042413" y="6442163"/>
                          <a:pt x="8806679" y="6514217"/>
                        </a:cubicBezTo>
                        <a:cubicBezTo>
                          <a:pt x="8570945" y="6586271"/>
                          <a:pt x="8527969" y="6506521"/>
                          <a:pt x="8449651" y="6514217"/>
                        </a:cubicBezTo>
                        <a:cubicBezTo>
                          <a:pt x="8371333" y="6521913"/>
                          <a:pt x="8262355" y="6506157"/>
                          <a:pt x="8211633" y="6514217"/>
                        </a:cubicBezTo>
                        <a:cubicBezTo>
                          <a:pt x="8160911" y="6522277"/>
                          <a:pt x="7984409" y="6501490"/>
                          <a:pt x="7854605" y="6514217"/>
                        </a:cubicBezTo>
                        <a:cubicBezTo>
                          <a:pt x="7724801" y="6526944"/>
                          <a:pt x="7531595" y="6474088"/>
                          <a:pt x="7378569" y="6514217"/>
                        </a:cubicBezTo>
                        <a:cubicBezTo>
                          <a:pt x="7225543" y="6554346"/>
                          <a:pt x="6974551" y="6451499"/>
                          <a:pt x="6783523" y="6514217"/>
                        </a:cubicBezTo>
                        <a:cubicBezTo>
                          <a:pt x="6592495" y="6576935"/>
                          <a:pt x="6518174" y="6495498"/>
                          <a:pt x="6426495" y="6514217"/>
                        </a:cubicBezTo>
                        <a:cubicBezTo>
                          <a:pt x="6334816" y="6532936"/>
                          <a:pt x="5810775" y="6436906"/>
                          <a:pt x="5593431" y="6514217"/>
                        </a:cubicBezTo>
                        <a:cubicBezTo>
                          <a:pt x="5376087" y="6591528"/>
                          <a:pt x="5180867" y="6497108"/>
                          <a:pt x="4998385" y="6514217"/>
                        </a:cubicBezTo>
                        <a:cubicBezTo>
                          <a:pt x="4815903" y="6531326"/>
                          <a:pt x="4466290" y="6481510"/>
                          <a:pt x="4165321" y="6514217"/>
                        </a:cubicBezTo>
                        <a:cubicBezTo>
                          <a:pt x="3864352" y="6546924"/>
                          <a:pt x="3675306" y="6444849"/>
                          <a:pt x="3451266" y="6514217"/>
                        </a:cubicBezTo>
                        <a:cubicBezTo>
                          <a:pt x="3227226" y="6583585"/>
                          <a:pt x="3190073" y="6462310"/>
                          <a:pt x="2975229" y="6514217"/>
                        </a:cubicBezTo>
                        <a:cubicBezTo>
                          <a:pt x="2760385" y="6566124"/>
                          <a:pt x="2513226" y="6483188"/>
                          <a:pt x="2261174" y="6514217"/>
                        </a:cubicBezTo>
                        <a:cubicBezTo>
                          <a:pt x="2009122" y="6545246"/>
                          <a:pt x="2050698" y="6495859"/>
                          <a:pt x="1904147" y="6514217"/>
                        </a:cubicBezTo>
                        <a:cubicBezTo>
                          <a:pt x="1757596" y="6532575"/>
                          <a:pt x="1463393" y="6471857"/>
                          <a:pt x="1309101" y="6514217"/>
                        </a:cubicBezTo>
                        <a:cubicBezTo>
                          <a:pt x="1154809" y="6556577"/>
                          <a:pt x="1128690" y="6512160"/>
                          <a:pt x="1071083" y="6514217"/>
                        </a:cubicBezTo>
                        <a:cubicBezTo>
                          <a:pt x="1013476" y="6516274"/>
                          <a:pt x="444670" y="6395740"/>
                          <a:pt x="0" y="6514217"/>
                        </a:cubicBezTo>
                        <a:cubicBezTo>
                          <a:pt x="-58835" y="6316695"/>
                          <a:pt x="14857" y="6209747"/>
                          <a:pt x="0" y="5922015"/>
                        </a:cubicBezTo>
                        <a:cubicBezTo>
                          <a:pt x="-14857" y="5634283"/>
                          <a:pt x="5571" y="5570356"/>
                          <a:pt x="0" y="5264672"/>
                        </a:cubicBezTo>
                        <a:cubicBezTo>
                          <a:pt x="-5571" y="4958988"/>
                          <a:pt x="33153" y="4816079"/>
                          <a:pt x="0" y="4607328"/>
                        </a:cubicBezTo>
                        <a:cubicBezTo>
                          <a:pt x="-33153" y="4398577"/>
                          <a:pt x="8946" y="4325624"/>
                          <a:pt x="0" y="4145411"/>
                        </a:cubicBezTo>
                        <a:cubicBezTo>
                          <a:pt x="-8946" y="3965198"/>
                          <a:pt x="71099" y="3758027"/>
                          <a:pt x="0" y="3422925"/>
                        </a:cubicBezTo>
                        <a:cubicBezTo>
                          <a:pt x="-71099" y="3087823"/>
                          <a:pt x="12336" y="2993946"/>
                          <a:pt x="0" y="2830723"/>
                        </a:cubicBezTo>
                        <a:cubicBezTo>
                          <a:pt x="-12336" y="2667500"/>
                          <a:pt x="20373" y="2607200"/>
                          <a:pt x="0" y="2433948"/>
                        </a:cubicBezTo>
                        <a:cubicBezTo>
                          <a:pt x="-20373" y="2260697"/>
                          <a:pt x="37889" y="2113357"/>
                          <a:pt x="0" y="1841747"/>
                        </a:cubicBezTo>
                        <a:cubicBezTo>
                          <a:pt x="-37889" y="1570137"/>
                          <a:pt x="15440" y="1544143"/>
                          <a:pt x="0" y="1314687"/>
                        </a:cubicBezTo>
                        <a:cubicBezTo>
                          <a:pt x="-15440" y="1085231"/>
                          <a:pt x="906" y="976499"/>
                          <a:pt x="0" y="787628"/>
                        </a:cubicBezTo>
                        <a:cubicBezTo>
                          <a:pt x="-906" y="598757"/>
                          <a:pt x="29049" y="2391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dirty="0">
              <a:solidFill>
                <a:srgbClr val="002060"/>
              </a:solidFill>
              <a:latin typeface="微软雅黑"/>
              <a:ea typeface="微软雅黑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39425A-1808-58ED-11D2-8003F0926BDC}"/>
              </a:ext>
            </a:extLst>
          </p:cNvPr>
          <p:cNvSpPr/>
          <p:nvPr/>
        </p:nvSpPr>
        <p:spPr>
          <a:xfrm>
            <a:off x="6189933" y="2130903"/>
            <a:ext cx="2532376" cy="39782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mpd="sng"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900917"/>
                      <a:gd name="connsiteY0" fmla="*/ 0 h 6514217"/>
                      <a:gd name="connsiteX1" fmla="*/ 476037 w 11900917"/>
                      <a:gd name="connsiteY1" fmla="*/ 0 h 6514217"/>
                      <a:gd name="connsiteX2" fmla="*/ 714055 w 11900917"/>
                      <a:gd name="connsiteY2" fmla="*/ 0 h 6514217"/>
                      <a:gd name="connsiteX3" fmla="*/ 1547119 w 11900917"/>
                      <a:gd name="connsiteY3" fmla="*/ 0 h 6514217"/>
                      <a:gd name="connsiteX4" fmla="*/ 2023156 w 11900917"/>
                      <a:gd name="connsiteY4" fmla="*/ 0 h 6514217"/>
                      <a:gd name="connsiteX5" fmla="*/ 2499193 w 11900917"/>
                      <a:gd name="connsiteY5" fmla="*/ 0 h 6514217"/>
                      <a:gd name="connsiteX6" fmla="*/ 3332257 w 11900917"/>
                      <a:gd name="connsiteY6" fmla="*/ 0 h 6514217"/>
                      <a:gd name="connsiteX7" fmla="*/ 3689284 w 11900917"/>
                      <a:gd name="connsiteY7" fmla="*/ 0 h 6514217"/>
                      <a:gd name="connsiteX8" fmla="*/ 4522348 w 11900917"/>
                      <a:gd name="connsiteY8" fmla="*/ 0 h 6514217"/>
                      <a:gd name="connsiteX9" fmla="*/ 5355413 w 11900917"/>
                      <a:gd name="connsiteY9" fmla="*/ 0 h 6514217"/>
                      <a:gd name="connsiteX10" fmla="*/ 5950459 w 11900917"/>
                      <a:gd name="connsiteY10" fmla="*/ 0 h 6514217"/>
                      <a:gd name="connsiteX11" fmla="*/ 6783523 w 11900917"/>
                      <a:gd name="connsiteY11" fmla="*/ 0 h 6514217"/>
                      <a:gd name="connsiteX12" fmla="*/ 7259559 w 11900917"/>
                      <a:gd name="connsiteY12" fmla="*/ 0 h 6514217"/>
                      <a:gd name="connsiteX13" fmla="*/ 7735596 w 11900917"/>
                      <a:gd name="connsiteY13" fmla="*/ 0 h 6514217"/>
                      <a:gd name="connsiteX14" fmla="*/ 8449651 w 11900917"/>
                      <a:gd name="connsiteY14" fmla="*/ 0 h 6514217"/>
                      <a:gd name="connsiteX15" fmla="*/ 8925688 w 11900917"/>
                      <a:gd name="connsiteY15" fmla="*/ 0 h 6514217"/>
                      <a:gd name="connsiteX16" fmla="*/ 9758752 w 11900917"/>
                      <a:gd name="connsiteY16" fmla="*/ 0 h 6514217"/>
                      <a:gd name="connsiteX17" fmla="*/ 10591816 w 11900917"/>
                      <a:gd name="connsiteY17" fmla="*/ 0 h 6514217"/>
                      <a:gd name="connsiteX18" fmla="*/ 11186862 w 11900917"/>
                      <a:gd name="connsiteY18" fmla="*/ 0 h 6514217"/>
                      <a:gd name="connsiteX19" fmla="*/ 11900917 w 11900917"/>
                      <a:gd name="connsiteY19" fmla="*/ 0 h 6514217"/>
                      <a:gd name="connsiteX20" fmla="*/ 11900917 w 11900917"/>
                      <a:gd name="connsiteY20" fmla="*/ 396775 h 6514217"/>
                      <a:gd name="connsiteX21" fmla="*/ 11900917 w 11900917"/>
                      <a:gd name="connsiteY21" fmla="*/ 858692 h 6514217"/>
                      <a:gd name="connsiteX22" fmla="*/ 11900917 w 11900917"/>
                      <a:gd name="connsiteY22" fmla="*/ 1516036 h 6514217"/>
                      <a:gd name="connsiteX23" fmla="*/ 11900917 w 11900917"/>
                      <a:gd name="connsiteY23" fmla="*/ 2043095 h 6514217"/>
                      <a:gd name="connsiteX24" fmla="*/ 11900917 w 11900917"/>
                      <a:gd name="connsiteY24" fmla="*/ 2505013 h 6514217"/>
                      <a:gd name="connsiteX25" fmla="*/ 11900917 w 11900917"/>
                      <a:gd name="connsiteY25" fmla="*/ 3162356 h 6514217"/>
                      <a:gd name="connsiteX26" fmla="*/ 11900917 w 11900917"/>
                      <a:gd name="connsiteY26" fmla="*/ 3754558 h 6514217"/>
                      <a:gd name="connsiteX27" fmla="*/ 11900917 w 11900917"/>
                      <a:gd name="connsiteY27" fmla="*/ 4346759 h 6514217"/>
                      <a:gd name="connsiteX28" fmla="*/ 11900917 w 11900917"/>
                      <a:gd name="connsiteY28" fmla="*/ 5069245 h 6514217"/>
                      <a:gd name="connsiteX29" fmla="*/ 11900917 w 11900917"/>
                      <a:gd name="connsiteY29" fmla="*/ 5726589 h 6514217"/>
                      <a:gd name="connsiteX30" fmla="*/ 11900917 w 11900917"/>
                      <a:gd name="connsiteY30" fmla="*/ 6514217 h 6514217"/>
                      <a:gd name="connsiteX31" fmla="*/ 11424880 w 11900917"/>
                      <a:gd name="connsiteY31" fmla="*/ 6514217 h 6514217"/>
                      <a:gd name="connsiteX32" fmla="*/ 11186862 w 11900917"/>
                      <a:gd name="connsiteY32" fmla="*/ 6514217 h 6514217"/>
                      <a:gd name="connsiteX33" fmla="*/ 10472807 w 11900917"/>
                      <a:gd name="connsiteY33" fmla="*/ 6514217 h 6514217"/>
                      <a:gd name="connsiteX34" fmla="*/ 10115779 w 11900917"/>
                      <a:gd name="connsiteY34" fmla="*/ 6514217 h 6514217"/>
                      <a:gd name="connsiteX35" fmla="*/ 9877761 w 11900917"/>
                      <a:gd name="connsiteY35" fmla="*/ 6514217 h 6514217"/>
                      <a:gd name="connsiteX36" fmla="*/ 9520734 w 11900917"/>
                      <a:gd name="connsiteY36" fmla="*/ 6514217 h 6514217"/>
                      <a:gd name="connsiteX37" fmla="*/ 8806679 w 11900917"/>
                      <a:gd name="connsiteY37" fmla="*/ 6514217 h 6514217"/>
                      <a:gd name="connsiteX38" fmla="*/ 8449651 w 11900917"/>
                      <a:gd name="connsiteY38" fmla="*/ 6514217 h 6514217"/>
                      <a:gd name="connsiteX39" fmla="*/ 8211633 w 11900917"/>
                      <a:gd name="connsiteY39" fmla="*/ 6514217 h 6514217"/>
                      <a:gd name="connsiteX40" fmla="*/ 7854605 w 11900917"/>
                      <a:gd name="connsiteY40" fmla="*/ 6514217 h 6514217"/>
                      <a:gd name="connsiteX41" fmla="*/ 7378569 w 11900917"/>
                      <a:gd name="connsiteY41" fmla="*/ 6514217 h 6514217"/>
                      <a:gd name="connsiteX42" fmla="*/ 6783523 w 11900917"/>
                      <a:gd name="connsiteY42" fmla="*/ 6514217 h 6514217"/>
                      <a:gd name="connsiteX43" fmla="*/ 6426495 w 11900917"/>
                      <a:gd name="connsiteY43" fmla="*/ 6514217 h 6514217"/>
                      <a:gd name="connsiteX44" fmla="*/ 5593431 w 11900917"/>
                      <a:gd name="connsiteY44" fmla="*/ 6514217 h 6514217"/>
                      <a:gd name="connsiteX45" fmla="*/ 4998385 w 11900917"/>
                      <a:gd name="connsiteY45" fmla="*/ 6514217 h 6514217"/>
                      <a:gd name="connsiteX46" fmla="*/ 4165321 w 11900917"/>
                      <a:gd name="connsiteY46" fmla="*/ 6514217 h 6514217"/>
                      <a:gd name="connsiteX47" fmla="*/ 3451266 w 11900917"/>
                      <a:gd name="connsiteY47" fmla="*/ 6514217 h 6514217"/>
                      <a:gd name="connsiteX48" fmla="*/ 2975229 w 11900917"/>
                      <a:gd name="connsiteY48" fmla="*/ 6514217 h 6514217"/>
                      <a:gd name="connsiteX49" fmla="*/ 2261174 w 11900917"/>
                      <a:gd name="connsiteY49" fmla="*/ 6514217 h 6514217"/>
                      <a:gd name="connsiteX50" fmla="*/ 1904147 w 11900917"/>
                      <a:gd name="connsiteY50" fmla="*/ 6514217 h 6514217"/>
                      <a:gd name="connsiteX51" fmla="*/ 1309101 w 11900917"/>
                      <a:gd name="connsiteY51" fmla="*/ 6514217 h 6514217"/>
                      <a:gd name="connsiteX52" fmla="*/ 1071083 w 11900917"/>
                      <a:gd name="connsiteY52" fmla="*/ 6514217 h 6514217"/>
                      <a:gd name="connsiteX53" fmla="*/ 0 w 11900917"/>
                      <a:gd name="connsiteY53" fmla="*/ 6514217 h 6514217"/>
                      <a:gd name="connsiteX54" fmla="*/ 0 w 11900917"/>
                      <a:gd name="connsiteY54" fmla="*/ 5922015 h 6514217"/>
                      <a:gd name="connsiteX55" fmla="*/ 0 w 11900917"/>
                      <a:gd name="connsiteY55" fmla="*/ 5264672 h 6514217"/>
                      <a:gd name="connsiteX56" fmla="*/ 0 w 11900917"/>
                      <a:gd name="connsiteY56" fmla="*/ 4607328 h 6514217"/>
                      <a:gd name="connsiteX57" fmla="*/ 0 w 11900917"/>
                      <a:gd name="connsiteY57" fmla="*/ 4145411 h 6514217"/>
                      <a:gd name="connsiteX58" fmla="*/ 0 w 11900917"/>
                      <a:gd name="connsiteY58" fmla="*/ 3422925 h 6514217"/>
                      <a:gd name="connsiteX59" fmla="*/ 0 w 11900917"/>
                      <a:gd name="connsiteY59" fmla="*/ 2830723 h 6514217"/>
                      <a:gd name="connsiteX60" fmla="*/ 0 w 11900917"/>
                      <a:gd name="connsiteY60" fmla="*/ 2433948 h 6514217"/>
                      <a:gd name="connsiteX61" fmla="*/ 0 w 11900917"/>
                      <a:gd name="connsiteY61" fmla="*/ 1841747 h 6514217"/>
                      <a:gd name="connsiteX62" fmla="*/ 0 w 11900917"/>
                      <a:gd name="connsiteY62" fmla="*/ 1314687 h 6514217"/>
                      <a:gd name="connsiteX63" fmla="*/ 0 w 11900917"/>
                      <a:gd name="connsiteY63" fmla="*/ 787628 h 6514217"/>
                      <a:gd name="connsiteX64" fmla="*/ 0 w 11900917"/>
                      <a:gd name="connsiteY64" fmla="*/ 0 h 6514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11900917" h="6514217" extrusionOk="0">
                        <a:moveTo>
                          <a:pt x="0" y="0"/>
                        </a:moveTo>
                        <a:cubicBezTo>
                          <a:pt x="237347" y="-25440"/>
                          <a:pt x="380125" y="19026"/>
                          <a:pt x="476037" y="0"/>
                        </a:cubicBezTo>
                        <a:cubicBezTo>
                          <a:pt x="571949" y="-19026"/>
                          <a:pt x="595303" y="8080"/>
                          <a:pt x="714055" y="0"/>
                        </a:cubicBezTo>
                        <a:cubicBezTo>
                          <a:pt x="832807" y="-8080"/>
                          <a:pt x="1334682" y="58008"/>
                          <a:pt x="1547119" y="0"/>
                        </a:cubicBezTo>
                        <a:cubicBezTo>
                          <a:pt x="1759556" y="-58008"/>
                          <a:pt x="1920909" y="7543"/>
                          <a:pt x="2023156" y="0"/>
                        </a:cubicBezTo>
                        <a:cubicBezTo>
                          <a:pt x="2125403" y="-7543"/>
                          <a:pt x="2389367" y="42848"/>
                          <a:pt x="2499193" y="0"/>
                        </a:cubicBezTo>
                        <a:cubicBezTo>
                          <a:pt x="2609019" y="-42848"/>
                          <a:pt x="3062924" y="1682"/>
                          <a:pt x="3332257" y="0"/>
                        </a:cubicBezTo>
                        <a:cubicBezTo>
                          <a:pt x="3601590" y="-1682"/>
                          <a:pt x="3575415" y="23112"/>
                          <a:pt x="3689284" y="0"/>
                        </a:cubicBezTo>
                        <a:cubicBezTo>
                          <a:pt x="3803153" y="-23112"/>
                          <a:pt x="4136397" y="90254"/>
                          <a:pt x="4522348" y="0"/>
                        </a:cubicBezTo>
                        <a:cubicBezTo>
                          <a:pt x="4908299" y="-90254"/>
                          <a:pt x="5152834" y="83380"/>
                          <a:pt x="5355413" y="0"/>
                        </a:cubicBezTo>
                        <a:cubicBezTo>
                          <a:pt x="5557992" y="-83380"/>
                          <a:pt x="5794929" y="52432"/>
                          <a:pt x="5950459" y="0"/>
                        </a:cubicBezTo>
                        <a:cubicBezTo>
                          <a:pt x="6105989" y="-52432"/>
                          <a:pt x="6554819" y="23660"/>
                          <a:pt x="6783523" y="0"/>
                        </a:cubicBezTo>
                        <a:cubicBezTo>
                          <a:pt x="7012227" y="-23660"/>
                          <a:pt x="7161139" y="35289"/>
                          <a:pt x="7259559" y="0"/>
                        </a:cubicBezTo>
                        <a:cubicBezTo>
                          <a:pt x="7357979" y="-35289"/>
                          <a:pt x="7513593" y="26788"/>
                          <a:pt x="7735596" y="0"/>
                        </a:cubicBezTo>
                        <a:cubicBezTo>
                          <a:pt x="7957599" y="-26788"/>
                          <a:pt x="8093213" y="38812"/>
                          <a:pt x="8449651" y="0"/>
                        </a:cubicBezTo>
                        <a:cubicBezTo>
                          <a:pt x="8806089" y="-38812"/>
                          <a:pt x="8702562" y="12998"/>
                          <a:pt x="8925688" y="0"/>
                        </a:cubicBezTo>
                        <a:cubicBezTo>
                          <a:pt x="9148814" y="-12998"/>
                          <a:pt x="9487755" y="97643"/>
                          <a:pt x="9758752" y="0"/>
                        </a:cubicBezTo>
                        <a:cubicBezTo>
                          <a:pt x="10029749" y="-97643"/>
                          <a:pt x="10205548" y="97972"/>
                          <a:pt x="10591816" y="0"/>
                        </a:cubicBezTo>
                        <a:cubicBezTo>
                          <a:pt x="10978084" y="-97972"/>
                          <a:pt x="10972415" y="4333"/>
                          <a:pt x="11186862" y="0"/>
                        </a:cubicBezTo>
                        <a:cubicBezTo>
                          <a:pt x="11401309" y="-4333"/>
                          <a:pt x="11610116" y="28820"/>
                          <a:pt x="11900917" y="0"/>
                        </a:cubicBezTo>
                        <a:cubicBezTo>
                          <a:pt x="11923939" y="141937"/>
                          <a:pt x="11870646" y="224975"/>
                          <a:pt x="11900917" y="396775"/>
                        </a:cubicBezTo>
                        <a:cubicBezTo>
                          <a:pt x="11931188" y="568575"/>
                          <a:pt x="11869764" y="666634"/>
                          <a:pt x="11900917" y="858692"/>
                        </a:cubicBezTo>
                        <a:cubicBezTo>
                          <a:pt x="11932070" y="1050750"/>
                          <a:pt x="11879830" y="1200799"/>
                          <a:pt x="11900917" y="1516036"/>
                        </a:cubicBezTo>
                        <a:cubicBezTo>
                          <a:pt x="11922004" y="1831273"/>
                          <a:pt x="11880805" y="1928720"/>
                          <a:pt x="11900917" y="2043095"/>
                        </a:cubicBezTo>
                        <a:cubicBezTo>
                          <a:pt x="11921029" y="2157470"/>
                          <a:pt x="11890717" y="2376673"/>
                          <a:pt x="11900917" y="2505013"/>
                        </a:cubicBezTo>
                        <a:cubicBezTo>
                          <a:pt x="11911117" y="2633353"/>
                          <a:pt x="11841283" y="2908915"/>
                          <a:pt x="11900917" y="3162356"/>
                        </a:cubicBezTo>
                        <a:cubicBezTo>
                          <a:pt x="11960551" y="3415797"/>
                          <a:pt x="11868803" y="3562257"/>
                          <a:pt x="11900917" y="3754558"/>
                        </a:cubicBezTo>
                        <a:cubicBezTo>
                          <a:pt x="11933031" y="3946859"/>
                          <a:pt x="11897798" y="4176796"/>
                          <a:pt x="11900917" y="4346759"/>
                        </a:cubicBezTo>
                        <a:cubicBezTo>
                          <a:pt x="11904036" y="4516722"/>
                          <a:pt x="11873351" y="4727109"/>
                          <a:pt x="11900917" y="5069245"/>
                        </a:cubicBezTo>
                        <a:cubicBezTo>
                          <a:pt x="11928483" y="5411381"/>
                          <a:pt x="11892383" y="5576496"/>
                          <a:pt x="11900917" y="5726589"/>
                        </a:cubicBezTo>
                        <a:cubicBezTo>
                          <a:pt x="11909451" y="5876682"/>
                          <a:pt x="11886121" y="6166463"/>
                          <a:pt x="11900917" y="6514217"/>
                        </a:cubicBezTo>
                        <a:cubicBezTo>
                          <a:pt x="11792006" y="6525969"/>
                          <a:pt x="11543793" y="6503439"/>
                          <a:pt x="11424880" y="6514217"/>
                        </a:cubicBezTo>
                        <a:cubicBezTo>
                          <a:pt x="11305967" y="6524995"/>
                          <a:pt x="11236658" y="6510181"/>
                          <a:pt x="11186862" y="6514217"/>
                        </a:cubicBezTo>
                        <a:cubicBezTo>
                          <a:pt x="11137066" y="6518253"/>
                          <a:pt x="10770881" y="6481074"/>
                          <a:pt x="10472807" y="6514217"/>
                        </a:cubicBezTo>
                        <a:cubicBezTo>
                          <a:pt x="10174733" y="6547360"/>
                          <a:pt x="10282735" y="6473421"/>
                          <a:pt x="10115779" y="6514217"/>
                        </a:cubicBezTo>
                        <a:cubicBezTo>
                          <a:pt x="9948823" y="6555013"/>
                          <a:pt x="9946095" y="6489509"/>
                          <a:pt x="9877761" y="6514217"/>
                        </a:cubicBezTo>
                        <a:cubicBezTo>
                          <a:pt x="9809427" y="6538925"/>
                          <a:pt x="9616966" y="6500614"/>
                          <a:pt x="9520734" y="6514217"/>
                        </a:cubicBezTo>
                        <a:cubicBezTo>
                          <a:pt x="9424502" y="6527820"/>
                          <a:pt x="9042413" y="6442163"/>
                          <a:pt x="8806679" y="6514217"/>
                        </a:cubicBezTo>
                        <a:cubicBezTo>
                          <a:pt x="8570945" y="6586271"/>
                          <a:pt x="8527969" y="6506521"/>
                          <a:pt x="8449651" y="6514217"/>
                        </a:cubicBezTo>
                        <a:cubicBezTo>
                          <a:pt x="8371333" y="6521913"/>
                          <a:pt x="8262355" y="6506157"/>
                          <a:pt x="8211633" y="6514217"/>
                        </a:cubicBezTo>
                        <a:cubicBezTo>
                          <a:pt x="8160911" y="6522277"/>
                          <a:pt x="7984409" y="6501490"/>
                          <a:pt x="7854605" y="6514217"/>
                        </a:cubicBezTo>
                        <a:cubicBezTo>
                          <a:pt x="7724801" y="6526944"/>
                          <a:pt x="7531595" y="6474088"/>
                          <a:pt x="7378569" y="6514217"/>
                        </a:cubicBezTo>
                        <a:cubicBezTo>
                          <a:pt x="7225543" y="6554346"/>
                          <a:pt x="6974551" y="6451499"/>
                          <a:pt x="6783523" y="6514217"/>
                        </a:cubicBezTo>
                        <a:cubicBezTo>
                          <a:pt x="6592495" y="6576935"/>
                          <a:pt x="6518174" y="6495498"/>
                          <a:pt x="6426495" y="6514217"/>
                        </a:cubicBezTo>
                        <a:cubicBezTo>
                          <a:pt x="6334816" y="6532936"/>
                          <a:pt x="5810775" y="6436906"/>
                          <a:pt x="5593431" y="6514217"/>
                        </a:cubicBezTo>
                        <a:cubicBezTo>
                          <a:pt x="5376087" y="6591528"/>
                          <a:pt x="5180867" y="6497108"/>
                          <a:pt x="4998385" y="6514217"/>
                        </a:cubicBezTo>
                        <a:cubicBezTo>
                          <a:pt x="4815903" y="6531326"/>
                          <a:pt x="4466290" y="6481510"/>
                          <a:pt x="4165321" y="6514217"/>
                        </a:cubicBezTo>
                        <a:cubicBezTo>
                          <a:pt x="3864352" y="6546924"/>
                          <a:pt x="3675306" y="6444849"/>
                          <a:pt x="3451266" y="6514217"/>
                        </a:cubicBezTo>
                        <a:cubicBezTo>
                          <a:pt x="3227226" y="6583585"/>
                          <a:pt x="3190073" y="6462310"/>
                          <a:pt x="2975229" y="6514217"/>
                        </a:cubicBezTo>
                        <a:cubicBezTo>
                          <a:pt x="2760385" y="6566124"/>
                          <a:pt x="2513226" y="6483188"/>
                          <a:pt x="2261174" y="6514217"/>
                        </a:cubicBezTo>
                        <a:cubicBezTo>
                          <a:pt x="2009122" y="6545246"/>
                          <a:pt x="2050698" y="6495859"/>
                          <a:pt x="1904147" y="6514217"/>
                        </a:cubicBezTo>
                        <a:cubicBezTo>
                          <a:pt x="1757596" y="6532575"/>
                          <a:pt x="1463393" y="6471857"/>
                          <a:pt x="1309101" y="6514217"/>
                        </a:cubicBezTo>
                        <a:cubicBezTo>
                          <a:pt x="1154809" y="6556577"/>
                          <a:pt x="1128690" y="6512160"/>
                          <a:pt x="1071083" y="6514217"/>
                        </a:cubicBezTo>
                        <a:cubicBezTo>
                          <a:pt x="1013476" y="6516274"/>
                          <a:pt x="444670" y="6395740"/>
                          <a:pt x="0" y="6514217"/>
                        </a:cubicBezTo>
                        <a:cubicBezTo>
                          <a:pt x="-58835" y="6316695"/>
                          <a:pt x="14857" y="6209747"/>
                          <a:pt x="0" y="5922015"/>
                        </a:cubicBezTo>
                        <a:cubicBezTo>
                          <a:pt x="-14857" y="5634283"/>
                          <a:pt x="5571" y="5570356"/>
                          <a:pt x="0" y="5264672"/>
                        </a:cubicBezTo>
                        <a:cubicBezTo>
                          <a:pt x="-5571" y="4958988"/>
                          <a:pt x="33153" y="4816079"/>
                          <a:pt x="0" y="4607328"/>
                        </a:cubicBezTo>
                        <a:cubicBezTo>
                          <a:pt x="-33153" y="4398577"/>
                          <a:pt x="8946" y="4325624"/>
                          <a:pt x="0" y="4145411"/>
                        </a:cubicBezTo>
                        <a:cubicBezTo>
                          <a:pt x="-8946" y="3965198"/>
                          <a:pt x="71099" y="3758027"/>
                          <a:pt x="0" y="3422925"/>
                        </a:cubicBezTo>
                        <a:cubicBezTo>
                          <a:pt x="-71099" y="3087823"/>
                          <a:pt x="12336" y="2993946"/>
                          <a:pt x="0" y="2830723"/>
                        </a:cubicBezTo>
                        <a:cubicBezTo>
                          <a:pt x="-12336" y="2667500"/>
                          <a:pt x="20373" y="2607200"/>
                          <a:pt x="0" y="2433948"/>
                        </a:cubicBezTo>
                        <a:cubicBezTo>
                          <a:pt x="-20373" y="2260697"/>
                          <a:pt x="37889" y="2113357"/>
                          <a:pt x="0" y="1841747"/>
                        </a:cubicBezTo>
                        <a:cubicBezTo>
                          <a:pt x="-37889" y="1570137"/>
                          <a:pt x="15440" y="1544143"/>
                          <a:pt x="0" y="1314687"/>
                        </a:cubicBezTo>
                        <a:cubicBezTo>
                          <a:pt x="-15440" y="1085231"/>
                          <a:pt x="906" y="976499"/>
                          <a:pt x="0" y="787628"/>
                        </a:cubicBezTo>
                        <a:cubicBezTo>
                          <a:pt x="-906" y="598757"/>
                          <a:pt x="29049" y="2391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dirty="0">
              <a:solidFill>
                <a:srgbClr val="002060"/>
              </a:solidFill>
              <a:latin typeface="微软雅黑"/>
              <a:ea typeface="微软雅黑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FA3F67-A1C6-C110-4C79-5A3BD73A0099}"/>
              </a:ext>
            </a:extLst>
          </p:cNvPr>
          <p:cNvSpPr/>
          <p:nvPr/>
        </p:nvSpPr>
        <p:spPr>
          <a:xfrm>
            <a:off x="294885" y="2130904"/>
            <a:ext cx="2504046" cy="39782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 cmpd="sng"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900917"/>
                      <a:gd name="connsiteY0" fmla="*/ 0 h 6514217"/>
                      <a:gd name="connsiteX1" fmla="*/ 476037 w 11900917"/>
                      <a:gd name="connsiteY1" fmla="*/ 0 h 6514217"/>
                      <a:gd name="connsiteX2" fmla="*/ 714055 w 11900917"/>
                      <a:gd name="connsiteY2" fmla="*/ 0 h 6514217"/>
                      <a:gd name="connsiteX3" fmla="*/ 1547119 w 11900917"/>
                      <a:gd name="connsiteY3" fmla="*/ 0 h 6514217"/>
                      <a:gd name="connsiteX4" fmla="*/ 2023156 w 11900917"/>
                      <a:gd name="connsiteY4" fmla="*/ 0 h 6514217"/>
                      <a:gd name="connsiteX5" fmla="*/ 2499193 w 11900917"/>
                      <a:gd name="connsiteY5" fmla="*/ 0 h 6514217"/>
                      <a:gd name="connsiteX6" fmla="*/ 3332257 w 11900917"/>
                      <a:gd name="connsiteY6" fmla="*/ 0 h 6514217"/>
                      <a:gd name="connsiteX7" fmla="*/ 3689284 w 11900917"/>
                      <a:gd name="connsiteY7" fmla="*/ 0 h 6514217"/>
                      <a:gd name="connsiteX8" fmla="*/ 4522348 w 11900917"/>
                      <a:gd name="connsiteY8" fmla="*/ 0 h 6514217"/>
                      <a:gd name="connsiteX9" fmla="*/ 5355413 w 11900917"/>
                      <a:gd name="connsiteY9" fmla="*/ 0 h 6514217"/>
                      <a:gd name="connsiteX10" fmla="*/ 5950459 w 11900917"/>
                      <a:gd name="connsiteY10" fmla="*/ 0 h 6514217"/>
                      <a:gd name="connsiteX11" fmla="*/ 6783523 w 11900917"/>
                      <a:gd name="connsiteY11" fmla="*/ 0 h 6514217"/>
                      <a:gd name="connsiteX12" fmla="*/ 7259559 w 11900917"/>
                      <a:gd name="connsiteY12" fmla="*/ 0 h 6514217"/>
                      <a:gd name="connsiteX13" fmla="*/ 7735596 w 11900917"/>
                      <a:gd name="connsiteY13" fmla="*/ 0 h 6514217"/>
                      <a:gd name="connsiteX14" fmla="*/ 8449651 w 11900917"/>
                      <a:gd name="connsiteY14" fmla="*/ 0 h 6514217"/>
                      <a:gd name="connsiteX15" fmla="*/ 8925688 w 11900917"/>
                      <a:gd name="connsiteY15" fmla="*/ 0 h 6514217"/>
                      <a:gd name="connsiteX16" fmla="*/ 9758752 w 11900917"/>
                      <a:gd name="connsiteY16" fmla="*/ 0 h 6514217"/>
                      <a:gd name="connsiteX17" fmla="*/ 10591816 w 11900917"/>
                      <a:gd name="connsiteY17" fmla="*/ 0 h 6514217"/>
                      <a:gd name="connsiteX18" fmla="*/ 11186862 w 11900917"/>
                      <a:gd name="connsiteY18" fmla="*/ 0 h 6514217"/>
                      <a:gd name="connsiteX19" fmla="*/ 11900917 w 11900917"/>
                      <a:gd name="connsiteY19" fmla="*/ 0 h 6514217"/>
                      <a:gd name="connsiteX20" fmla="*/ 11900917 w 11900917"/>
                      <a:gd name="connsiteY20" fmla="*/ 396775 h 6514217"/>
                      <a:gd name="connsiteX21" fmla="*/ 11900917 w 11900917"/>
                      <a:gd name="connsiteY21" fmla="*/ 858692 h 6514217"/>
                      <a:gd name="connsiteX22" fmla="*/ 11900917 w 11900917"/>
                      <a:gd name="connsiteY22" fmla="*/ 1516036 h 6514217"/>
                      <a:gd name="connsiteX23" fmla="*/ 11900917 w 11900917"/>
                      <a:gd name="connsiteY23" fmla="*/ 2043095 h 6514217"/>
                      <a:gd name="connsiteX24" fmla="*/ 11900917 w 11900917"/>
                      <a:gd name="connsiteY24" fmla="*/ 2505013 h 6514217"/>
                      <a:gd name="connsiteX25" fmla="*/ 11900917 w 11900917"/>
                      <a:gd name="connsiteY25" fmla="*/ 3162356 h 6514217"/>
                      <a:gd name="connsiteX26" fmla="*/ 11900917 w 11900917"/>
                      <a:gd name="connsiteY26" fmla="*/ 3754558 h 6514217"/>
                      <a:gd name="connsiteX27" fmla="*/ 11900917 w 11900917"/>
                      <a:gd name="connsiteY27" fmla="*/ 4346759 h 6514217"/>
                      <a:gd name="connsiteX28" fmla="*/ 11900917 w 11900917"/>
                      <a:gd name="connsiteY28" fmla="*/ 5069245 h 6514217"/>
                      <a:gd name="connsiteX29" fmla="*/ 11900917 w 11900917"/>
                      <a:gd name="connsiteY29" fmla="*/ 5726589 h 6514217"/>
                      <a:gd name="connsiteX30" fmla="*/ 11900917 w 11900917"/>
                      <a:gd name="connsiteY30" fmla="*/ 6514217 h 6514217"/>
                      <a:gd name="connsiteX31" fmla="*/ 11424880 w 11900917"/>
                      <a:gd name="connsiteY31" fmla="*/ 6514217 h 6514217"/>
                      <a:gd name="connsiteX32" fmla="*/ 11186862 w 11900917"/>
                      <a:gd name="connsiteY32" fmla="*/ 6514217 h 6514217"/>
                      <a:gd name="connsiteX33" fmla="*/ 10472807 w 11900917"/>
                      <a:gd name="connsiteY33" fmla="*/ 6514217 h 6514217"/>
                      <a:gd name="connsiteX34" fmla="*/ 10115779 w 11900917"/>
                      <a:gd name="connsiteY34" fmla="*/ 6514217 h 6514217"/>
                      <a:gd name="connsiteX35" fmla="*/ 9877761 w 11900917"/>
                      <a:gd name="connsiteY35" fmla="*/ 6514217 h 6514217"/>
                      <a:gd name="connsiteX36" fmla="*/ 9520734 w 11900917"/>
                      <a:gd name="connsiteY36" fmla="*/ 6514217 h 6514217"/>
                      <a:gd name="connsiteX37" fmla="*/ 8806679 w 11900917"/>
                      <a:gd name="connsiteY37" fmla="*/ 6514217 h 6514217"/>
                      <a:gd name="connsiteX38" fmla="*/ 8449651 w 11900917"/>
                      <a:gd name="connsiteY38" fmla="*/ 6514217 h 6514217"/>
                      <a:gd name="connsiteX39" fmla="*/ 8211633 w 11900917"/>
                      <a:gd name="connsiteY39" fmla="*/ 6514217 h 6514217"/>
                      <a:gd name="connsiteX40" fmla="*/ 7854605 w 11900917"/>
                      <a:gd name="connsiteY40" fmla="*/ 6514217 h 6514217"/>
                      <a:gd name="connsiteX41" fmla="*/ 7378569 w 11900917"/>
                      <a:gd name="connsiteY41" fmla="*/ 6514217 h 6514217"/>
                      <a:gd name="connsiteX42" fmla="*/ 6783523 w 11900917"/>
                      <a:gd name="connsiteY42" fmla="*/ 6514217 h 6514217"/>
                      <a:gd name="connsiteX43" fmla="*/ 6426495 w 11900917"/>
                      <a:gd name="connsiteY43" fmla="*/ 6514217 h 6514217"/>
                      <a:gd name="connsiteX44" fmla="*/ 5593431 w 11900917"/>
                      <a:gd name="connsiteY44" fmla="*/ 6514217 h 6514217"/>
                      <a:gd name="connsiteX45" fmla="*/ 4998385 w 11900917"/>
                      <a:gd name="connsiteY45" fmla="*/ 6514217 h 6514217"/>
                      <a:gd name="connsiteX46" fmla="*/ 4165321 w 11900917"/>
                      <a:gd name="connsiteY46" fmla="*/ 6514217 h 6514217"/>
                      <a:gd name="connsiteX47" fmla="*/ 3451266 w 11900917"/>
                      <a:gd name="connsiteY47" fmla="*/ 6514217 h 6514217"/>
                      <a:gd name="connsiteX48" fmla="*/ 2975229 w 11900917"/>
                      <a:gd name="connsiteY48" fmla="*/ 6514217 h 6514217"/>
                      <a:gd name="connsiteX49" fmla="*/ 2261174 w 11900917"/>
                      <a:gd name="connsiteY49" fmla="*/ 6514217 h 6514217"/>
                      <a:gd name="connsiteX50" fmla="*/ 1904147 w 11900917"/>
                      <a:gd name="connsiteY50" fmla="*/ 6514217 h 6514217"/>
                      <a:gd name="connsiteX51" fmla="*/ 1309101 w 11900917"/>
                      <a:gd name="connsiteY51" fmla="*/ 6514217 h 6514217"/>
                      <a:gd name="connsiteX52" fmla="*/ 1071083 w 11900917"/>
                      <a:gd name="connsiteY52" fmla="*/ 6514217 h 6514217"/>
                      <a:gd name="connsiteX53" fmla="*/ 0 w 11900917"/>
                      <a:gd name="connsiteY53" fmla="*/ 6514217 h 6514217"/>
                      <a:gd name="connsiteX54" fmla="*/ 0 w 11900917"/>
                      <a:gd name="connsiteY54" fmla="*/ 5922015 h 6514217"/>
                      <a:gd name="connsiteX55" fmla="*/ 0 w 11900917"/>
                      <a:gd name="connsiteY55" fmla="*/ 5264672 h 6514217"/>
                      <a:gd name="connsiteX56" fmla="*/ 0 w 11900917"/>
                      <a:gd name="connsiteY56" fmla="*/ 4607328 h 6514217"/>
                      <a:gd name="connsiteX57" fmla="*/ 0 w 11900917"/>
                      <a:gd name="connsiteY57" fmla="*/ 4145411 h 6514217"/>
                      <a:gd name="connsiteX58" fmla="*/ 0 w 11900917"/>
                      <a:gd name="connsiteY58" fmla="*/ 3422925 h 6514217"/>
                      <a:gd name="connsiteX59" fmla="*/ 0 w 11900917"/>
                      <a:gd name="connsiteY59" fmla="*/ 2830723 h 6514217"/>
                      <a:gd name="connsiteX60" fmla="*/ 0 w 11900917"/>
                      <a:gd name="connsiteY60" fmla="*/ 2433948 h 6514217"/>
                      <a:gd name="connsiteX61" fmla="*/ 0 w 11900917"/>
                      <a:gd name="connsiteY61" fmla="*/ 1841747 h 6514217"/>
                      <a:gd name="connsiteX62" fmla="*/ 0 w 11900917"/>
                      <a:gd name="connsiteY62" fmla="*/ 1314687 h 6514217"/>
                      <a:gd name="connsiteX63" fmla="*/ 0 w 11900917"/>
                      <a:gd name="connsiteY63" fmla="*/ 787628 h 6514217"/>
                      <a:gd name="connsiteX64" fmla="*/ 0 w 11900917"/>
                      <a:gd name="connsiteY64" fmla="*/ 0 h 6514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11900917" h="6514217" extrusionOk="0">
                        <a:moveTo>
                          <a:pt x="0" y="0"/>
                        </a:moveTo>
                        <a:cubicBezTo>
                          <a:pt x="237347" y="-25440"/>
                          <a:pt x="380125" y="19026"/>
                          <a:pt x="476037" y="0"/>
                        </a:cubicBezTo>
                        <a:cubicBezTo>
                          <a:pt x="571949" y="-19026"/>
                          <a:pt x="595303" y="8080"/>
                          <a:pt x="714055" y="0"/>
                        </a:cubicBezTo>
                        <a:cubicBezTo>
                          <a:pt x="832807" y="-8080"/>
                          <a:pt x="1334682" y="58008"/>
                          <a:pt x="1547119" y="0"/>
                        </a:cubicBezTo>
                        <a:cubicBezTo>
                          <a:pt x="1759556" y="-58008"/>
                          <a:pt x="1920909" y="7543"/>
                          <a:pt x="2023156" y="0"/>
                        </a:cubicBezTo>
                        <a:cubicBezTo>
                          <a:pt x="2125403" y="-7543"/>
                          <a:pt x="2389367" y="42848"/>
                          <a:pt x="2499193" y="0"/>
                        </a:cubicBezTo>
                        <a:cubicBezTo>
                          <a:pt x="2609019" y="-42848"/>
                          <a:pt x="3062924" y="1682"/>
                          <a:pt x="3332257" y="0"/>
                        </a:cubicBezTo>
                        <a:cubicBezTo>
                          <a:pt x="3601590" y="-1682"/>
                          <a:pt x="3575415" y="23112"/>
                          <a:pt x="3689284" y="0"/>
                        </a:cubicBezTo>
                        <a:cubicBezTo>
                          <a:pt x="3803153" y="-23112"/>
                          <a:pt x="4136397" y="90254"/>
                          <a:pt x="4522348" y="0"/>
                        </a:cubicBezTo>
                        <a:cubicBezTo>
                          <a:pt x="4908299" y="-90254"/>
                          <a:pt x="5152834" y="83380"/>
                          <a:pt x="5355413" y="0"/>
                        </a:cubicBezTo>
                        <a:cubicBezTo>
                          <a:pt x="5557992" y="-83380"/>
                          <a:pt x="5794929" y="52432"/>
                          <a:pt x="5950459" y="0"/>
                        </a:cubicBezTo>
                        <a:cubicBezTo>
                          <a:pt x="6105989" y="-52432"/>
                          <a:pt x="6554819" y="23660"/>
                          <a:pt x="6783523" y="0"/>
                        </a:cubicBezTo>
                        <a:cubicBezTo>
                          <a:pt x="7012227" y="-23660"/>
                          <a:pt x="7161139" y="35289"/>
                          <a:pt x="7259559" y="0"/>
                        </a:cubicBezTo>
                        <a:cubicBezTo>
                          <a:pt x="7357979" y="-35289"/>
                          <a:pt x="7513593" y="26788"/>
                          <a:pt x="7735596" y="0"/>
                        </a:cubicBezTo>
                        <a:cubicBezTo>
                          <a:pt x="7957599" y="-26788"/>
                          <a:pt x="8093213" y="38812"/>
                          <a:pt x="8449651" y="0"/>
                        </a:cubicBezTo>
                        <a:cubicBezTo>
                          <a:pt x="8806089" y="-38812"/>
                          <a:pt x="8702562" y="12998"/>
                          <a:pt x="8925688" y="0"/>
                        </a:cubicBezTo>
                        <a:cubicBezTo>
                          <a:pt x="9148814" y="-12998"/>
                          <a:pt x="9487755" y="97643"/>
                          <a:pt x="9758752" y="0"/>
                        </a:cubicBezTo>
                        <a:cubicBezTo>
                          <a:pt x="10029749" y="-97643"/>
                          <a:pt x="10205548" y="97972"/>
                          <a:pt x="10591816" y="0"/>
                        </a:cubicBezTo>
                        <a:cubicBezTo>
                          <a:pt x="10978084" y="-97972"/>
                          <a:pt x="10972415" y="4333"/>
                          <a:pt x="11186862" y="0"/>
                        </a:cubicBezTo>
                        <a:cubicBezTo>
                          <a:pt x="11401309" y="-4333"/>
                          <a:pt x="11610116" y="28820"/>
                          <a:pt x="11900917" y="0"/>
                        </a:cubicBezTo>
                        <a:cubicBezTo>
                          <a:pt x="11923939" y="141937"/>
                          <a:pt x="11870646" y="224975"/>
                          <a:pt x="11900917" y="396775"/>
                        </a:cubicBezTo>
                        <a:cubicBezTo>
                          <a:pt x="11931188" y="568575"/>
                          <a:pt x="11869764" y="666634"/>
                          <a:pt x="11900917" y="858692"/>
                        </a:cubicBezTo>
                        <a:cubicBezTo>
                          <a:pt x="11932070" y="1050750"/>
                          <a:pt x="11879830" y="1200799"/>
                          <a:pt x="11900917" y="1516036"/>
                        </a:cubicBezTo>
                        <a:cubicBezTo>
                          <a:pt x="11922004" y="1831273"/>
                          <a:pt x="11880805" y="1928720"/>
                          <a:pt x="11900917" y="2043095"/>
                        </a:cubicBezTo>
                        <a:cubicBezTo>
                          <a:pt x="11921029" y="2157470"/>
                          <a:pt x="11890717" y="2376673"/>
                          <a:pt x="11900917" y="2505013"/>
                        </a:cubicBezTo>
                        <a:cubicBezTo>
                          <a:pt x="11911117" y="2633353"/>
                          <a:pt x="11841283" y="2908915"/>
                          <a:pt x="11900917" y="3162356"/>
                        </a:cubicBezTo>
                        <a:cubicBezTo>
                          <a:pt x="11960551" y="3415797"/>
                          <a:pt x="11868803" y="3562257"/>
                          <a:pt x="11900917" y="3754558"/>
                        </a:cubicBezTo>
                        <a:cubicBezTo>
                          <a:pt x="11933031" y="3946859"/>
                          <a:pt x="11897798" y="4176796"/>
                          <a:pt x="11900917" y="4346759"/>
                        </a:cubicBezTo>
                        <a:cubicBezTo>
                          <a:pt x="11904036" y="4516722"/>
                          <a:pt x="11873351" y="4727109"/>
                          <a:pt x="11900917" y="5069245"/>
                        </a:cubicBezTo>
                        <a:cubicBezTo>
                          <a:pt x="11928483" y="5411381"/>
                          <a:pt x="11892383" y="5576496"/>
                          <a:pt x="11900917" y="5726589"/>
                        </a:cubicBezTo>
                        <a:cubicBezTo>
                          <a:pt x="11909451" y="5876682"/>
                          <a:pt x="11886121" y="6166463"/>
                          <a:pt x="11900917" y="6514217"/>
                        </a:cubicBezTo>
                        <a:cubicBezTo>
                          <a:pt x="11792006" y="6525969"/>
                          <a:pt x="11543793" y="6503439"/>
                          <a:pt x="11424880" y="6514217"/>
                        </a:cubicBezTo>
                        <a:cubicBezTo>
                          <a:pt x="11305967" y="6524995"/>
                          <a:pt x="11236658" y="6510181"/>
                          <a:pt x="11186862" y="6514217"/>
                        </a:cubicBezTo>
                        <a:cubicBezTo>
                          <a:pt x="11137066" y="6518253"/>
                          <a:pt x="10770881" y="6481074"/>
                          <a:pt x="10472807" y="6514217"/>
                        </a:cubicBezTo>
                        <a:cubicBezTo>
                          <a:pt x="10174733" y="6547360"/>
                          <a:pt x="10282735" y="6473421"/>
                          <a:pt x="10115779" y="6514217"/>
                        </a:cubicBezTo>
                        <a:cubicBezTo>
                          <a:pt x="9948823" y="6555013"/>
                          <a:pt x="9946095" y="6489509"/>
                          <a:pt x="9877761" y="6514217"/>
                        </a:cubicBezTo>
                        <a:cubicBezTo>
                          <a:pt x="9809427" y="6538925"/>
                          <a:pt x="9616966" y="6500614"/>
                          <a:pt x="9520734" y="6514217"/>
                        </a:cubicBezTo>
                        <a:cubicBezTo>
                          <a:pt x="9424502" y="6527820"/>
                          <a:pt x="9042413" y="6442163"/>
                          <a:pt x="8806679" y="6514217"/>
                        </a:cubicBezTo>
                        <a:cubicBezTo>
                          <a:pt x="8570945" y="6586271"/>
                          <a:pt x="8527969" y="6506521"/>
                          <a:pt x="8449651" y="6514217"/>
                        </a:cubicBezTo>
                        <a:cubicBezTo>
                          <a:pt x="8371333" y="6521913"/>
                          <a:pt x="8262355" y="6506157"/>
                          <a:pt x="8211633" y="6514217"/>
                        </a:cubicBezTo>
                        <a:cubicBezTo>
                          <a:pt x="8160911" y="6522277"/>
                          <a:pt x="7984409" y="6501490"/>
                          <a:pt x="7854605" y="6514217"/>
                        </a:cubicBezTo>
                        <a:cubicBezTo>
                          <a:pt x="7724801" y="6526944"/>
                          <a:pt x="7531595" y="6474088"/>
                          <a:pt x="7378569" y="6514217"/>
                        </a:cubicBezTo>
                        <a:cubicBezTo>
                          <a:pt x="7225543" y="6554346"/>
                          <a:pt x="6974551" y="6451499"/>
                          <a:pt x="6783523" y="6514217"/>
                        </a:cubicBezTo>
                        <a:cubicBezTo>
                          <a:pt x="6592495" y="6576935"/>
                          <a:pt x="6518174" y="6495498"/>
                          <a:pt x="6426495" y="6514217"/>
                        </a:cubicBezTo>
                        <a:cubicBezTo>
                          <a:pt x="6334816" y="6532936"/>
                          <a:pt x="5810775" y="6436906"/>
                          <a:pt x="5593431" y="6514217"/>
                        </a:cubicBezTo>
                        <a:cubicBezTo>
                          <a:pt x="5376087" y="6591528"/>
                          <a:pt x="5180867" y="6497108"/>
                          <a:pt x="4998385" y="6514217"/>
                        </a:cubicBezTo>
                        <a:cubicBezTo>
                          <a:pt x="4815903" y="6531326"/>
                          <a:pt x="4466290" y="6481510"/>
                          <a:pt x="4165321" y="6514217"/>
                        </a:cubicBezTo>
                        <a:cubicBezTo>
                          <a:pt x="3864352" y="6546924"/>
                          <a:pt x="3675306" y="6444849"/>
                          <a:pt x="3451266" y="6514217"/>
                        </a:cubicBezTo>
                        <a:cubicBezTo>
                          <a:pt x="3227226" y="6583585"/>
                          <a:pt x="3190073" y="6462310"/>
                          <a:pt x="2975229" y="6514217"/>
                        </a:cubicBezTo>
                        <a:cubicBezTo>
                          <a:pt x="2760385" y="6566124"/>
                          <a:pt x="2513226" y="6483188"/>
                          <a:pt x="2261174" y="6514217"/>
                        </a:cubicBezTo>
                        <a:cubicBezTo>
                          <a:pt x="2009122" y="6545246"/>
                          <a:pt x="2050698" y="6495859"/>
                          <a:pt x="1904147" y="6514217"/>
                        </a:cubicBezTo>
                        <a:cubicBezTo>
                          <a:pt x="1757596" y="6532575"/>
                          <a:pt x="1463393" y="6471857"/>
                          <a:pt x="1309101" y="6514217"/>
                        </a:cubicBezTo>
                        <a:cubicBezTo>
                          <a:pt x="1154809" y="6556577"/>
                          <a:pt x="1128690" y="6512160"/>
                          <a:pt x="1071083" y="6514217"/>
                        </a:cubicBezTo>
                        <a:cubicBezTo>
                          <a:pt x="1013476" y="6516274"/>
                          <a:pt x="444670" y="6395740"/>
                          <a:pt x="0" y="6514217"/>
                        </a:cubicBezTo>
                        <a:cubicBezTo>
                          <a:pt x="-58835" y="6316695"/>
                          <a:pt x="14857" y="6209747"/>
                          <a:pt x="0" y="5922015"/>
                        </a:cubicBezTo>
                        <a:cubicBezTo>
                          <a:pt x="-14857" y="5634283"/>
                          <a:pt x="5571" y="5570356"/>
                          <a:pt x="0" y="5264672"/>
                        </a:cubicBezTo>
                        <a:cubicBezTo>
                          <a:pt x="-5571" y="4958988"/>
                          <a:pt x="33153" y="4816079"/>
                          <a:pt x="0" y="4607328"/>
                        </a:cubicBezTo>
                        <a:cubicBezTo>
                          <a:pt x="-33153" y="4398577"/>
                          <a:pt x="8946" y="4325624"/>
                          <a:pt x="0" y="4145411"/>
                        </a:cubicBezTo>
                        <a:cubicBezTo>
                          <a:pt x="-8946" y="3965198"/>
                          <a:pt x="71099" y="3758027"/>
                          <a:pt x="0" y="3422925"/>
                        </a:cubicBezTo>
                        <a:cubicBezTo>
                          <a:pt x="-71099" y="3087823"/>
                          <a:pt x="12336" y="2993946"/>
                          <a:pt x="0" y="2830723"/>
                        </a:cubicBezTo>
                        <a:cubicBezTo>
                          <a:pt x="-12336" y="2667500"/>
                          <a:pt x="20373" y="2607200"/>
                          <a:pt x="0" y="2433948"/>
                        </a:cubicBezTo>
                        <a:cubicBezTo>
                          <a:pt x="-20373" y="2260697"/>
                          <a:pt x="37889" y="2113357"/>
                          <a:pt x="0" y="1841747"/>
                        </a:cubicBezTo>
                        <a:cubicBezTo>
                          <a:pt x="-37889" y="1570137"/>
                          <a:pt x="15440" y="1544143"/>
                          <a:pt x="0" y="1314687"/>
                        </a:cubicBezTo>
                        <a:cubicBezTo>
                          <a:pt x="-15440" y="1085231"/>
                          <a:pt x="906" y="976499"/>
                          <a:pt x="0" y="787628"/>
                        </a:cubicBezTo>
                        <a:cubicBezTo>
                          <a:pt x="-906" y="598757"/>
                          <a:pt x="29049" y="2391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dirty="0">
              <a:solidFill>
                <a:srgbClr val="002060"/>
              </a:solidFill>
              <a:latin typeface="微软雅黑"/>
              <a:ea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806B483-6897-D016-76DA-DFA0C323488A}"/>
              </a:ext>
            </a:extLst>
          </p:cNvPr>
          <p:cNvSpPr txBox="1"/>
          <p:nvPr/>
        </p:nvSpPr>
        <p:spPr>
          <a:xfrm>
            <a:off x="4221859" y="1144525"/>
            <a:ext cx="3409950" cy="45944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 cmpd="sng"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900917"/>
                      <a:gd name="connsiteY0" fmla="*/ 0 h 6514217"/>
                      <a:gd name="connsiteX1" fmla="*/ 476037 w 11900917"/>
                      <a:gd name="connsiteY1" fmla="*/ 0 h 6514217"/>
                      <a:gd name="connsiteX2" fmla="*/ 714055 w 11900917"/>
                      <a:gd name="connsiteY2" fmla="*/ 0 h 6514217"/>
                      <a:gd name="connsiteX3" fmla="*/ 1547119 w 11900917"/>
                      <a:gd name="connsiteY3" fmla="*/ 0 h 6514217"/>
                      <a:gd name="connsiteX4" fmla="*/ 2023156 w 11900917"/>
                      <a:gd name="connsiteY4" fmla="*/ 0 h 6514217"/>
                      <a:gd name="connsiteX5" fmla="*/ 2499193 w 11900917"/>
                      <a:gd name="connsiteY5" fmla="*/ 0 h 6514217"/>
                      <a:gd name="connsiteX6" fmla="*/ 3332257 w 11900917"/>
                      <a:gd name="connsiteY6" fmla="*/ 0 h 6514217"/>
                      <a:gd name="connsiteX7" fmla="*/ 3689284 w 11900917"/>
                      <a:gd name="connsiteY7" fmla="*/ 0 h 6514217"/>
                      <a:gd name="connsiteX8" fmla="*/ 4522348 w 11900917"/>
                      <a:gd name="connsiteY8" fmla="*/ 0 h 6514217"/>
                      <a:gd name="connsiteX9" fmla="*/ 5355413 w 11900917"/>
                      <a:gd name="connsiteY9" fmla="*/ 0 h 6514217"/>
                      <a:gd name="connsiteX10" fmla="*/ 5950459 w 11900917"/>
                      <a:gd name="connsiteY10" fmla="*/ 0 h 6514217"/>
                      <a:gd name="connsiteX11" fmla="*/ 6783523 w 11900917"/>
                      <a:gd name="connsiteY11" fmla="*/ 0 h 6514217"/>
                      <a:gd name="connsiteX12" fmla="*/ 7259559 w 11900917"/>
                      <a:gd name="connsiteY12" fmla="*/ 0 h 6514217"/>
                      <a:gd name="connsiteX13" fmla="*/ 7735596 w 11900917"/>
                      <a:gd name="connsiteY13" fmla="*/ 0 h 6514217"/>
                      <a:gd name="connsiteX14" fmla="*/ 8449651 w 11900917"/>
                      <a:gd name="connsiteY14" fmla="*/ 0 h 6514217"/>
                      <a:gd name="connsiteX15" fmla="*/ 8925688 w 11900917"/>
                      <a:gd name="connsiteY15" fmla="*/ 0 h 6514217"/>
                      <a:gd name="connsiteX16" fmla="*/ 9758752 w 11900917"/>
                      <a:gd name="connsiteY16" fmla="*/ 0 h 6514217"/>
                      <a:gd name="connsiteX17" fmla="*/ 10591816 w 11900917"/>
                      <a:gd name="connsiteY17" fmla="*/ 0 h 6514217"/>
                      <a:gd name="connsiteX18" fmla="*/ 11186862 w 11900917"/>
                      <a:gd name="connsiteY18" fmla="*/ 0 h 6514217"/>
                      <a:gd name="connsiteX19" fmla="*/ 11900917 w 11900917"/>
                      <a:gd name="connsiteY19" fmla="*/ 0 h 6514217"/>
                      <a:gd name="connsiteX20" fmla="*/ 11900917 w 11900917"/>
                      <a:gd name="connsiteY20" fmla="*/ 396775 h 6514217"/>
                      <a:gd name="connsiteX21" fmla="*/ 11900917 w 11900917"/>
                      <a:gd name="connsiteY21" fmla="*/ 858692 h 6514217"/>
                      <a:gd name="connsiteX22" fmla="*/ 11900917 w 11900917"/>
                      <a:gd name="connsiteY22" fmla="*/ 1516036 h 6514217"/>
                      <a:gd name="connsiteX23" fmla="*/ 11900917 w 11900917"/>
                      <a:gd name="connsiteY23" fmla="*/ 2043095 h 6514217"/>
                      <a:gd name="connsiteX24" fmla="*/ 11900917 w 11900917"/>
                      <a:gd name="connsiteY24" fmla="*/ 2505013 h 6514217"/>
                      <a:gd name="connsiteX25" fmla="*/ 11900917 w 11900917"/>
                      <a:gd name="connsiteY25" fmla="*/ 3162356 h 6514217"/>
                      <a:gd name="connsiteX26" fmla="*/ 11900917 w 11900917"/>
                      <a:gd name="connsiteY26" fmla="*/ 3754558 h 6514217"/>
                      <a:gd name="connsiteX27" fmla="*/ 11900917 w 11900917"/>
                      <a:gd name="connsiteY27" fmla="*/ 4346759 h 6514217"/>
                      <a:gd name="connsiteX28" fmla="*/ 11900917 w 11900917"/>
                      <a:gd name="connsiteY28" fmla="*/ 5069245 h 6514217"/>
                      <a:gd name="connsiteX29" fmla="*/ 11900917 w 11900917"/>
                      <a:gd name="connsiteY29" fmla="*/ 5726589 h 6514217"/>
                      <a:gd name="connsiteX30" fmla="*/ 11900917 w 11900917"/>
                      <a:gd name="connsiteY30" fmla="*/ 6514217 h 6514217"/>
                      <a:gd name="connsiteX31" fmla="*/ 11424880 w 11900917"/>
                      <a:gd name="connsiteY31" fmla="*/ 6514217 h 6514217"/>
                      <a:gd name="connsiteX32" fmla="*/ 11186862 w 11900917"/>
                      <a:gd name="connsiteY32" fmla="*/ 6514217 h 6514217"/>
                      <a:gd name="connsiteX33" fmla="*/ 10472807 w 11900917"/>
                      <a:gd name="connsiteY33" fmla="*/ 6514217 h 6514217"/>
                      <a:gd name="connsiteX34" fmla="*/ 10115779 w 11900917"/>
                      <a:gd name="connsiteY34" fmla="*/ 6514217 h 6514217"/>
                      <a:gd name="connsiteX35" fmla="*/ 9877761 w 11900917"/>
                      <a:gd name="connsiteY35" fmla="*/ 6514217 h 6514217"/>
                      <a:gd name="connsiteX36" fmla="*/ 9520734 w 11900917"/>
                      <a:gd name="connsiteY36" fmla="*/ 6514217 h 6514217"/>
                      <a:gd name="connsiteX37" fmla="*/ 8806679 w 11900917"/>
                      <a:gd name="connsiteY37" fmla="*/ 6514217 h 6514217"/>
                      <a:gd name="connsiteX38" fmla="*/ 8449651 w 11900917"/>
                      <a:gd name="connsiteY38" fmla="*/ 6514217 h 6514217"/>
                      <a:gd name="connsiteX39" fmla="*/ 8211633 w 11900917"/>
                      <a:gd name="connsiteY39" fmla="*/ 6514217 h 6514217"/>
                      <a:gd name="connsiteX40" fmla="*/ 7854605 w 11900917"/>
                      <a:gd name="connsiteY40" fmla="*/ 6514217 h 6514217"/>
                      <a:gd name="connsiteX41" fmla="*/ 7378569 w 11900917"/>
                      <a:gd name="connsiteY41" fmla="*/ 6514217 h 6514217"/>
                      <a:gd name="connsiteX42" fmla="*/ 6783523 w 11900917"/>
                      <a:gd name="connsiteY42" fmla="*/ 6514217 h 6514217"/>
                      <a:gd name="connsiteX43" fmla="*/ 6426495 w 11900917"/>
                      <a:gd name="connsiteY43" fmla="*/ 6514217 h 6514217"/>
                      <a:gd name="connsiteX44" fmla="*/ 5593431 w 11900917"/>
                      <a:gd name="connsiteY44" fmla="*/ 6514217 h 6514217"/>
                      <a:gd name="connsiteX45" fmla="*/ 4998385 w 11900917"/>
                      <a:gd name="connsiteY45" fmla="*/ 6514217 h 6514217"/>
                      <a:gd name="connsiteX46" fmla="*/ 4165321 w 11900917"/>
                      <a:gd name="connsiteY46" fmla="*/ 6514217 h 6514217"/>
                      <a:gd name="connsiteX47" fmla="*/ 3451266 w 11900917"/>
                      <a:gd name="connsiteY47" fmla="*/ 6514217 h 6514217"/>
                      <a:gd name="connsiteX48" fmla="*/ 2975229 w 11900917"/>
                      <a:gd name="connsiteY48" fmla="*/ 6514217 h 6514217"/>
                      <a:gd name="connsiteX49" fmla="*/ 2261174 w 11900917"/>
                      <a:gd name="connsiteY49" fmla="*/ 6514217 h 6514217"/>
                      <a:gd name="connsiteX50" fmla="*/ 1904147 w 11900917"/>
                      <a:gd name="connsiteY50" fmla="*/ 6514217 h 6514217"/>
                      <a:gd name="connsiteX51" fmla="*/ 1309101 w 11900917"/>
                      <a:gd name="connsiteY51" fmla="*/ 6514217 h 6514217"/>
                      <a:gd name="connsiteX52" fmla="*/ 1071083 w 11900917"/>
                      <a:gd name="connsiteY52" fmla="*/ 6514217 h 6514217"/>
                      <a:gd name="connsiteX53" fmla="*/ 0 w 11900917"/>
                      <a:gd name="connsiteY53" fmla="*/ 6514217 h 6514217"/>
                      <a:gd name="connsiteX54" fmla="*/ 0 w 11900917"/>
                      <a:gd name="connsiteY54" fmla="*/ 5922015 h 6514217"/>
                      <a:gd name="connsiteX55" fmla="*/ 0 w 11900917"/>
                      <a:gd name="connsiteY55" fmla="*/ 5264672 h 6514217"/>
                      <a:gd name="connsiteX56" fmla="*/ 0 w 11900917"/>
                      <a:gd name="connsiteY56" fmla="*/ 4607328 h 6514217"/>
                      <a:gd name="connsiteX57" fmla="*/ 0 w 11900917"/>
                      <a:gd name="connsiteY57" fmla="*/ 4145411 h 6514217"/>
                      <a:gd name="connsiteX58" fmla="*/ 0 w 11900917"/>
                      <a:gd name="connsiteY58" fmla="*/ 3422925 h 6514217"/>
                      <a:gd name="connsiteX59" fmla="*/ 0 w 11900917"/>
                      <a:gd name="connsiteY59" fmla="*/ 2830723 h 6514217"/>
                      <a:gd name="connsiteX60" fmla="*/ 0 w 11900917"/>
                      <a:gd name="connsiteY60" fmla="*/ 2433948 h 6514217"/>
                      <a:gd name="connsiteX61" fmla="*/ 0 w 11900917"/>
                      <a:gd name="connsiteY61" fmla="*/ 1841747 h 6514217"/>
                      <a:gd name="connsiteX62" fmla="*/ 0 w 11900917"/>
                      <a:gd name="connsiteY62" fmla="*/ 1314687 h 6514217"/>
                      <a:gd name="connsiteX63" fmla="*/ 0 w 11900917"/>
                      <a:gd name="connsiteY63" fmla="*/ 787628 h 6514217"/>
                      <a:gd name="connsiteX64" fmla="*/ 0 w 11900917"/>
                      <a:gd name="connsiteY64" fmla="*/ 0 h 6514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11900917" h="6514217" extrusionOk="0">
                        <a:moveTo>
                          <a:pt x="0" y="0"/>
                        </a:moveTo>
                        <a:cubicBezTo>
                          <a:pt x="237347" y="-25440"/>
                          <a:pt x="380125" y="19026"/>
                          <a:pt x="476037" y="0"/>
                        </a:cubicBezTo>
                        <a:cubicBezTo>
                          <a:pt x="571949" y="-19026"/>
                          <a:pt x="595303" y="8080"/>
                          <a:pt x="714055" y="0"/>
                        </a:cubicBezTo>
                        <a:cubicBezTo>
                          <a:pt x="832807" y="-8080"/>
                          <a:pt x="1334682" y="58008"/>
                          <a:pt x="1547119" y="0"/>
                        </a:cubicBezTo>
                        <a:cubicBezTo>
                          <a:pt x="1759556" y="-58008"/>
                          <a:pt x="1920909" y="7543"/>
                          <a:pt x="2023156" y="0"/>
                        </a:cubicBezTo>
                        <a:cubicBezTo>
                          <a:pt x="2125403" y="-7543"/>
                          <a:pt x="2389367" y="42848"/>
                          <a:pt x="2499193" y="0"/>
                        </a:cubicBezTo>
                        <a:cubicBezTo>
                          <a:pt x="2609019" y="-42848"/>
                          <a:pt x="3062924" y="1682"/>
                          <a:pt x="3332257" y="0"/>
                        </a:cubicBezTo>
                        <a:cubicBezTo>
                          <a:pt x="3601590" y="-1682"/>
                          <a:pt x="3575415" y="23112"/>
                          <a:pt x="3689284" y="0"/>
                        </a:cubicBezTo>
                        <a:cubicBezTo>
                          <a:pt x="3803153" y="-23112"/>
                          <a:pt x="4136397" y="90254"/>
                          <a:pt x="4522348" y="0"/>
                        </a:cubicBezTo>
                        <a:cubicBezTo>
                          <a:pt x="4908299" y="-90254"/>
                          <a:pt x="5152834" y="83380"/>
                          <a:pt x="5355413" y="0"/>
                        </a:cubicBezTo>
                        <a:cubicBezTo>
                          <a:pt x="5557992" y="-83380"/>
                          <a:pt x="5794929" y="52432"/>
                          <a:pt x="5950459" y="0"/>
                        </a:cubicBezTo>
                        <a:cubicBezTo>
                          <a:pt x="6105989" y="-52432"/>
                          <a:pt x="6554819" y="23660"/>
                          <a:pt x="6783523" y="0"/>
                        </a:cubicBezTo>
                        <a:cubicBezTo>
                          <a:pt x="7012227" y="-23660"/>
                          <a:pt x="7161139" y="35289"/>
                          <a:pt x="7259559" y="0"/>
                        </a:cubicBezTo>
                        <a:cubicBezTo>
                          <a:pt x="7357979" y="-35289"/>
                          <a:pt x="7513593" y="26788"/>
                          <a:pt x="7735596" y="0"/>
                        </a:cubicBezTo>
                        <a:cubicBezTo>
                          <a:pt x="7957599" y="-26788"/>
                          <a:pt x="8093213" y="38812"/>
                          <a:pt x="8449651" y="0"/>
                        </a:cubicBezTo>
                        <a:cubicBezTo>
                          <a:pt x="8806089" y="-38812"/>
                          <a:pt x="8702562" y="12998"/>
                          <a:pt x="8925688" y="0"/>
                        </a:cubicBezTo>
                        <a:cubicBezTo>
                          <a:pt x="9148814" y="-12998"/>
                          <a:pt x="9487755" y="97643"/>
                          <a:pt x="9758752" y="0"/>
                        </a:cubicBezTo>
                        <a:cubicBezTo>
                          <a:pt x="10029749" y="-97643"/>
                          <a:pt x="10205548" y="97972"/>
                          <a:pt x="10591816" y="0"/>
                        </a:cubicBezTo>
                        <a:cubicBezTo>
                          <a:pt x="10978084" y="-97972"/>
                          <a:pt x="10972415" y="4333"/>
                          <a:pt x="11186862" y="0"/>
                        </a:cubicBezTo>
                        <a:cubicBezTo>
                          <a:pt x="11401309" y="-4333"/>
                          <a:pt x="11610116" y="28820"/>
                          <a:pt x="11900917" y="0"/>
                        </a:cubicBezTo>
                        <a:cubicBezTo>
                          <a:pt x="11923939" y="141937"/>
                          <a:pt x="11870646" y="224975"/>
                          <a:pt x="11900917" y="396775"/>
                        </a:cubicBezTo>
                        <a:cubicBezTo>
                          <a:pt x="11931188" y="568575"/>
                          <a:pt x="11869764" y="666634"/>
                          <a:pt x="11900917" y="858692"/>
                        </a:cubicBezTo>
                        <a:cubicBezTo>
                          <a:pt x="11932070" y="1050750"/>
                          <a:pt x="11879830" y="1200799"/>
                          <a:pt x="11900917" y="1516036"/>
                        </a:cubicBezTo>
                        <a:cubicBezTo>
                          <a:pt x="11922004" y="1831273"/>
                          <a:pt x="11880805" y="1928720"/>
                          <a:pt x="11900917" y="2043095"/>
                        </a:cubicBezTo>
                        <a:cubicBezTo>
                          <a:pt x="11921029" y="2157470"/>
                          <a:pt x="11890717" y="2376673"/>
                          <a:pt x="11900917" y="2505013"/>
                        </a:cubicBezTo>
                        <a:cubicBezTo>
                          <a:pt x="11911117" y="2633353"/>
                          <a:pt x="11841283" y="2908915"/>
                          <a:pt x="11900917" y="3162356"/>
                        </a:cubicBezTo>
                        <a:cubicBezTo>
                          <a:pt x="11960551" y="3415797"/>
                          <a:pt x="11868803" y="3562257"/>
                          <a:pt x="11900917" y="3754558"/>
                        </a:cubicBezTo>
                        <a:cubicBezTo>
                          <a:pt x="11933031" y="3946859"/>
                          <a:pt x="11897798" y="4176796"/>
                          <a:pt x="11900917" y="4346759"/>
                        </a:cubicBezTo>
                        <a:cubicBezTo>
                          <a:pt x="11904036" y="4516722"/>
                          <a:pt x="11873351" y="4727109"/>
                          <a:pt x="11900917" y="5069245"/>
                        </a:cubicBezTo>
                        <a:cubicBezTo>
                          <a:pt x="11928483" y="5411381"/>
                          <a:pt x="11892383" y="5576496"/>
                          <a:pt x="11900917" y="5726589"/>
                        </a:cubicBezTo>
                        <a:cubicBezTo>
                          <a:pt x="11909451" y="5876682"/>
                          <a:pt x="11886121" y="6166463"/>
                          <a:pt x="11900917" y="6514217"/>
                        </a:cubicBezTo>
                        <a:cubicBezTo>
                          <a:pt x="11792006" y="6525969"/>
                          <a:pt x="11543793" y="6503439"/>
                          <a:pt x="11424880" y="6514217"/>
                        </a:cubicBezTo>
                        <a:cubicBezTo>
                          <a:pt x="11305967" y="6524995"/>
                          <a:pt x="11236658" y="6510181"/>
                          <a:pt x="11186862" y="6514217"/>
                        </a:cubicBezTo>
                        <a:cubicBezTo>
                          <a:pt x="11137066" y="6518253"/>
                          <a:pt x="10770881" y="6481074"/>
                          <a:pt x="10472807" y="6514217"/>
                        </a:cubicBezTo>
                        <a:cubicBezTo>
                          <a:pt x="10174733" y="6547360"/>
                          <a:pt x="10282735" y="6473421"/>
                          <a:pt x="10115779" y="6514217"/>
                        </a:cubicBezTo>
                        <a:cubicBezTo>
                          <a:pt x="9948823" y="6555013"/>
                          <a:pt x="9946095" y="6489509"/>
                          <a:pt x="9877761" y="6514217"/>
                        </a:cubicBezTo>
                        <a:cubicBezTo>
                          <a:pt x="9809427" y="6538925"/>
                          <a:pt x="9616966" y="6500614"/>
                          <a:pt x="9520734" y="6514217"/>
                        </a:cubicBezTo>
                        <a:cubicBezTo>
                          <a:pt x="9424502" y="6527820"/>
                          <a:pt x="9042413" y="6442163"/>
                          <a:pt x="8806679" y="6514217"/>
                        </a:cubicBezTo>
                        <a:cubicBezTo>
                          <a:pt x="8570945" y="6586271"/>
                          <a:pt x="8527969" y="6506521"/>
                          <a:pt x="8449651" y="6514217"/>
                        </a:cubicBezTo>
                        <a:cubicBezTo>
                          <a:pt x="8371333" y="6521913"/>
                          <a:pt x="8262355" y="6506157"/>
                          <a:pt x="8211633" y="6514217"/>
                        </a:cubicBezTo>
                        <a:cubicBezTo>
                          <a:pt x="8160911" y="6522277"/>
                          <a:pt x="7984409" y="6501490"/>
                          <a:pt x="7854605" y="6514217"/>
                        </a:cubicBezTo>
                        <a:cubicBezTo>
                          <a:pt x="7724801" y="6526944"/>
                          <a:pt x="7531595" y="6474088"/>
                          <a:pt x="7378569" y="6514217"/>
                        </a:cubicBezTo>
                        <a:cubicBezTo>
                          <a:pt x="7225543" y="6554346"/>
                          <a:pt x="6974551" y="6451499"/>
                          <a:pt x="6783523" y="6514217"/>
                        </a:cubicBezTo>
                        <a:cubicBezTo>
                          <a:pt x="6592495" y="6576935"/>
                          <a:pt x="6518174" y="6495498"/>
                          <a:pt x="6426495" y="6514217"/>
                        </a:cubicBezTo>
                        <a:cubicBezTo>
                          <a:pt x="6334816" y="6532936"/>
                          <a:pt x="5810775" y="6436906"/>
                          <a:pt x="5593431" y="6514217"/>
                        </a:cubicBezTo>
                        <a:cubicBezTo>
                          <a:pt x="5376087" y="6591528"/>
                          <a:pt x="5180867" y="6497108"/>
                          <a:pt x="4998385" y="6514217"/>
                        </a:cubicBezTo>
                        <a:cubicBezTo>
                          <a:pt x="4815903" y="6531326"/>
                          <a:pt x="4466290" y="6481510"/>
                          <a:pt x="4165321" y="6514217"/>
                        </a:cubicBezTo>
                        <a:cubicBezTo>
                          <a:pt x="3864352" y="6546924"/>
                          <a:pt x="3675306" y="6444849"/>
                          <a:pt x="3451266" y="6514217"/>
                        </a:cubicBezTo>
                        <a:cubicBezTo>
                          <a:pt x="3227226" y="6583585"/>
                          <a:pt x="3190073" y="6462310"/>
                          <a:pt x="2975229" y="6514217"/>
                        </a:cubicBezTo>
                        <a:cubicBezTo>
                          <a:pt x="2760385" y="6566124"/>
                          <a:pt x="2513226" y="6483188"/>
                          <a:pt x="2261174" y="6514217"/>
                        </a:cubicBezTo>
                        <a:cubicBezTo>
                          <a:pt x="2009122" y="6545246"/>
                          <a:pt x="2050698" y="6495859"/>
                          <a:pt x="1904147" y="6514217"/>
                        </a:cubicBezTo>
                        <a:cubicBezTo>
                          <a:pt x="1757596" y="6532575"/>
                          <a:pt x="1463393" y="6471857"/>
                          <a:pt x="1309101" y="6514217"/>
                        </a:cubicBezTo>
                        <a:cubicBezTo>
                          <a:pt x="1154809" y="6556577"/>
                          <a:pt x="1128690" y="6512160"/>
                          <a:pt x="1071083" y="6514217"/>
                        </a:cubicBezTo>
                        <a:cubicBezTo>
                          <a:pt x="1013476" y="6516274"/>
                          <a:pt x="444670" y="6395740"/>
                          <a:pt x="0" y="6514217"/>
                        </a:cubicBezTo>
                        <a:cubicBezTo>
                          <a:pt x="-58835" y="6316695"/>
                          <a:pt x="14857" y="6209747"/>
                          <a:pt x="0" y="5922015"/>
                        </a:cubicBezTo>
                        <a:cubicBezTo>
                          <a:pt x="-14857" y="5634283"/>
                          <a:pt x="5571" y="5570356"/>
                          <a:pt x="0" y="5264672"/>
                        </a:cubicBezTo>
                        <a:cubicBezTo>
                          <a:pt x="-5571" y="4958988"/>
                          <a:pt x="33153" y="4816079"/>
                          <a:pt x="0" y="4607328"/>
                        </a:cubicBezTo>
                        <a:cubicBezTo>
                          <a:pt x="-33153" y="4398577"/>
                          <a:pt x="8946" y="4325624"/>
                          <a:pt x="0" y="4145411"/>
                        </a:cubicBezTo>
                        <a:cubicBezTo>
                          <a:pt x="-8946" y="3965198"/>
                          <a:pt x="71099" y="3758027"/>
                          <a:pt x="0" y="3422925"/>
                        </a:cubicBezTo>
                        <a:cubicBezTo>
                          <a:pt x="-71099" y="3087823"/>
                          <a:pt x="12336" y="2993946"/>
                          <a:pt x="0" y="2830723"/>
                        </a:cubicBezTo>
                        <a:cubicBezTo>
                          <a:pt x="-12336" y="2667500"/>
                          <a:pt x="20373" y="2607200"/>
                          <a:pt x="0" y="2433948"/>
                        </a:cubicBezTo>
                        <a:cubicBezTo>
                          <a:pt x="-20373" y="2260697"/>
                          <a:pt x="37889" y="2113357"/>
                          <a:pt x="0" y="1841747"/>
                        </a:cubicBezTo>
                        <a:cubicBezTo>
                          <a:pt x="-37889" y="1570137"/>
                          <a:pt x="15440" y="1544143"/>
                          <a:pt x="0" y="1314687"/>
                        </a:cubicBezTo>
                        <a:cubicBezTo>
                          <a:pt x="-15440" y="1085231"/>
                          <a:pt x="906" y="976499"/>
                          <a:pt x="0" y="787628"/>
                        </a:cubicBezTo>
                        <a:cubicBezTo>
                          <a:pt x="-906" y="598757"/>
                          <a:pt x="29049" y="2391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>
              <a:defRPr>
                <a:solidFill>
                  <a:srgbClr val="002060"/>
                </a:solidFill>
                <a:latin typeface="微软雅黑"/>
                <a:ea typeface="微软雅黑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2400" dirty="0"/>
              <a:t>内核特性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73232F7-7A06-ED7D-2AE1-16F96B4650FE}"/>
              </a:ext>
            </a:extLst>
          </p:cNvPr>
          <p:cNvSpPr txBox="1"/>
          <p:nvPr/>
        </p:nvSpPr>
        <p:spPr>
          <a:xfrm>
            <a:off x="6466106" y="2158215"/>
            <a:ext cx="1980029" cy="499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微软雅黑"/>
                <a:ea typeface="微软雅黑"/>
              </a:rPr>
              <a:t>块缓存和页缓存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B454554-D802-2C05-7BDD-9C60B23E0A8D}"/>
              </a:ext>
            </a:extLst>
          </p:cNvPr>
          <p:cNvSpPr txBox="1"/>
          <p:nvPr/>
        </p:nvSpPr>
        <p:spPr>
          <a:xfrm>
            <a:off x="556893" y="2147548"/>
            <a:ext cx="1980029" cy="499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微软雅黑"/>
                <a:ea typeface="微软雅黑"/>
              </a:rPr>
              <a:t>精巧的内存管理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33C511A-D646-F1B1-4AC8-65103A112397}"/>
              </a:ext>
            </a:extLst>
          </p:cNvPr>
          <p:cNvSpPr txBox="1"/>
          <p:nvPr/>
        </p:nvSpPr>
        <p:spPr>
          <a:xfrm>
            <a:off x="3293339" y="2173778"/>
            <a:ext cx="2492990" cy="499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微软雅黑"/>
                <a:ea typeface="微软雅黑"/>
              </a:rPr>
              <a:t>基于等待队列的阻塞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6772300-9E90-E998-8AA8-91C92A059DE5}"/>
              </a:ext>
            </a:extLst>
          </p:cNvPr>
          <p:cNvGrpSpPr/>
          <p:nvPr/>
        </p:nvGrpSpPr>
        <p:grpSpPr>
          <a:xfrm flipV="1">
            <a:off x="684324" y="5938427"/>
            <a:ext cx="1725168" cy="75707"/>
            <a:chOff x="2486937" y="5307134"/>
            <a:chExt cx="1725168" cy="0"/>
          </a:xfrm>
        </p:grpSpPr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74C6B837-2BFC-77F2-6854-3F98EA40E769}"/>
                </a:ext>
              </a:extLst>
            </p:cNvPr>
            <p:cNvCxnSpPr/>
            <p:nvPr/>
          </p:nvCxnSpPr>
          <p:spPr>
            <a:xfrm>
              <a:off x="2486937" y="5307134"/>
              <a:ext cx="1725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3227BDE3-350A-E0CE-6D9F-7852D5C03017}"/>
                </a:ext>
              </a:extLst>
            </p:cNvPr>
            <p:cNvCxnSpPr/>
            <p:nvPr/>
          </p:nvCxnSpPr>
          <p:spPr>
            <a:xfrm>
              <a:off x="3180357" y="5307134"/>
              <a:ext cx="338328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B11638C-F8D8-4CA4-BABF-F5C2EA650CB6}"/>
              </a:ext>
            </a:extLst>
          </p:cNvPr>
          <p:cNvGrpSpPr/>
          <p:nvPr/>
        </p:nvGrpSpPr>
        <p:grpSpPr>
          <a:xfrm>
            <a:off x="3660333" y="6014134"/>
            <a:ext cx="1725168" cy="0"/>
            <a:chOff x="2486937" y="5307134"/>
            <a:chExt cx="1725168" cy="0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3D64C055-9E85-DE3F-3759-D4694BC3AFF2}"/>
                </a:ext>
              </a:extLst>
            </p:cNvPr>
            <p:cNvCxnSpPr/>
            <p:nvPr/>
          </p:nvCxnSpPr>
          <p:spPr>
            <a:xfrm>
              <a:off x="2486937" y="5307134"/>
              <a:ext cx="1725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3F2ABF6-1745-1FBB-102D-433C8CA81696}"/>
                </a:ext>
              </a:extLst>
            </p:cNvPr>
            <p:cNvCxnSpPr/>
            <p:nvPr/>
          </p:nvCxnSpPr>
          <p:spPr>
            <a:xfrm>
              <a:off x="3180357" y="5307134"/>
              <a:ext cx="338328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9F612FBA-37B8-1701-80B9-2B0CCDC12726}"/>
              </a:ext>
            </a:extLst>
          </p:cNvPr>
          <p:cNvCxnSpPr>
            <a:cxnSpLocks/>
            <a:stCxn id="11" idx="2"/>
            <a:endCxn id="6" idx="0"/>
          </p:cNvCxnSpPr>
          <p:nvPr/>
        </p:nvCxnSpPr>
        <p:spPr>
          <a:xfrm rot="5400000">
            <a:off x="3473403" y="-322528"/>
            <a:ext cx="526937" cy="437992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56F19CA1-A9FB-10BE-2E7C-1DAC303316B8}"/>
              </a:ext>
            </a:extLst>
          </p:cNvPr>
          <p:cNvCxnSpPr>
            <a:cxnSpLocks/>
            <a:stCxn id="11" idx="2"/>
            <a:endCxn id="4" idx="0"/>
          </p:cNvCxnSpPr>
          <p:nvPr/>
        </p:nvCxnSpPr>
        <p:spPr>
          <a:xfrm rot="5400000">
            <a:off x="4960020" y="1164089"/>
            <a:ext cx="526936" cy="140669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62BFCD55-63BE-DF1B-B064-8D7F7B4ED4C6}"/>
              </a:ext>
            </a:extLst>
          </p:cNvPr>
          <p:cNvSpPr/>
          <p:nvPr/>
        </p:nvSpPr>
        <p:spPr>
          <a:xfrm>
            <a:off x="9159216" y="2130903"/>
            <a:ext cx="2532376" cy="3978236"/>
          </a:xfrm>
          <a:prstGeom prst="rect">
            <a:avLst/>
          </a:prstGeom>
          <a:solidFill>
            <a:srgbClr val="F8DEEA"/>
          </a:solidFill>
          <a:ln w="25400" cmpd="sng">
            <a:solidFill>
              <a:srgbClr val="00206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900917"/>
                      <a:gd name="connsiteY0" fmla="*/ 0 h 6514217"/>
                      <a:gd name="connsiteX1" fmla="*/ 476037 w 11900917"/>
                      <a:gd name="connsiteY1" fmla="*/ 0 h 6514217"/>
                      <a:gd name="connsiteX2" fmla="*/ 714055 w 11900917"/>
                      <a:gd name="connsiteY2" fmla="*/ 0 h 6514217"/>
                      <a:gd name="connsiteX3" fmla="*/ 1547119 w 11900917"/>
                      <a:gd name="connsiteY3" fmla="*/ 0 h 6514217"/>
                      <a:gd name="connsiteX4" fmla="*/ 2023156 w 11900917"/>
                      <a:gd name="connsiteY4" fmla="*/ 0 h 6514217"/>
                      <a:gd name="connsiteX5" fmla="*/ 2499193 w 11900917"/>
                      <a:gd name="connsiteY5" fmla="*/ 0 h 6514217"/>
                      <a:gd name="connsiteX6" fmla="*/ 3332257 w 11900917"/>
                      <a:gd name="connsiteY6" fmla="*/ 0 h 6514217"/>
                      <a:gd name="connsiteX7" fmla="*/ 3689284 w 11900917"/>
                      <a:gd name="connsiteY7" fmla="*/ 0 h 6514217"/>
                      <a:gd name="connsiteX8" fmla="*/ 4522348 w 11900917"/>
                      <a:gd name="connsiteY8" fmla="*/ 0 h 6514217"/>
                      <a:gd name="connsiteX9" fmla="*/ 5355413 w 11900917"/>
                      <a:gd name="connsiteY9" fmla="*/ 0 h 6514217"/>
                      <a:gd name="connsiteX10" fmla="*/ 5950459 w 11900917"/>
                      <a:gd name="connsiteY10" fmla="*/ 0 h 6514217"/>
                      <a:gd name="connsiteX11" fmla="*/ 6783523 w 11900917"/>
                      <a:gd name="connsiteY11" fmla="*/ 0 h 6514217"/>
                      <a:gd name="connsiteX12" fmla="*/ 7259559 w 11900917"/>
                      <a:gd name="connsiteY12" fmla="*/ 0 h 6514217"/>
                      <a:gd name="connsiteX13" fmla="*/ 7735596 w 11900917"/>
                      <a:gd name="connsiteY13" fmla="*/ 0 h 6514217"/>
                      <a:gd name="connsiteX14" fmla="*/ 8449651 w 11900917"/>
                      <a:gd name="connsiteY14" fmla="*/ 0 h 6514217"/>
                      <a:gd name="connsiteX15" fmla="*/ 8925688 w 11900917"/>
                      <a:gd name="connsiteY15" fmla="*/ 0 h 6514217"/>
                      <a:gd name="connsiteX16" fmla="*/ 9758752 w 11900917"/>
                      <a:gd name="connsiteY16" fmla="*/ 0 h 6514217"/>
                      <a:gd name="connsiteX17" fmla="*/ 10591816 w 11900917"/>
                      <a:gd name="connsiteY17" fmla="*/ 0 h 6514217"/>
                      <a:gd name="connsiteX18" fmla="*/ 11186862 w 11900917"/>
                      <a:gd name="connsiteY18" fmla="*/ 0 h 6514217"/>
                      <a:gd name="connsiteX19" fmla="*/ 11900917 w 11900917"/>
                      <a:gd name="connsiteY19" fmla="*/ 0 h 6514217"/>
                      <a:gd name="connsiteX20" fmla="*/ 11900917 w 11900917"/>
                      <a:gd name="connsiteY20" fmla="*/ 396775 h 6514217"/>
                      <a:gd name="connsiteX21" fmla="*/ 11900917 w 11900917"/>
                      <a:gd name="connsiteY21" fmla="*/ 858692 h 6514217"/>
                      <a:gd name="connsiteX22" fmla="*/ 11900917 w 11900917"/>
                      <a:gd name="connsiteY22" fmla="*/ 1516036 h 6514217"/>
                      <a:gd name="connsiteX23" fmla="*/ 11900917 w 11900917"/>
                      <a:gd name="connsiteY23" fmla="*/ 2043095 h 6514217"/>
                      <a:gd name="connsiteX24" fmla="*/ 11900917 w 11900917"/>
                      <a:gd name="connsiteY24" fmla="*/ 2505013 h 6514217"/>
                      <a:gd name="connsiteX25" fmla="*/ 11900917 w 11900917"/>
                      <a:gd name="connsiteY25" fmla="*/ 3162356 h 6514217"/>
                      <a:gd name="connsiteX26" fmla="*/ 11900917 w 11900917"/>
                      <a:gd name="connsiteY26" fmla="*/ 3754558 h 6514217"/>
                      <a:gd name="connsiteX27" fmla="*/ 11900917 w 11900917"/>
                      <a:gd name="connsiteY27" fmla="*/ 4346759 h 6514217"/>
                      <a:gd name="connsiteX28" fmla="*/ 11900917 w 11900917"/>
                      <a:gd name="connsiteY28" fmla="*/ 5069245 h 6514217"/>
                      <a:gd name="connsiteX29" fmla="*/ 11900917 w 11900917"/>
                      <a:gd name="connsiteY29" fmla="*/ 5726589 h 6514217"/>
                      <a:gd name="connsiteX30" fmla="*/ 11900917 w 11900917"/>
                      <a:gd name="connsiteY30" fmla="*/ 6514217 h 6514217"/>
                      <a:gd name="connsiteX31" fmla="*/ 11424880 w 11900917"/>
                      <a:gd name="connsiteY31" fmla="*/ 6514217 h 6514217"/>
                      <a:gd name="connsiteX32" fmla="*/ 11186862 w 11900917"/>
                      <a:gd name="connsiteY32" fmla="*/ 6514217 h 6514217"/>
                      <a:gd name="connsiteX33" fmla="*/ 10472807 w 11900917"/>
                      <a:gd name="connsiteY33" fmla="*/ 6514217 h 6514217"/>
                      <a:gd name="connsiteX34" fmla="*/ 10115779 w 11900917"/>
                      <a:gd name="connsiteY34" fmla="*/ 6514217 h 6514217"/>
                      <a:gd name="connsiteX35" fmla="*/ 9877761 w 11900917"/>
                      <a:gd name="connsiteY35" fmla="*/ 6514217 h 6514217"/>
                      <a:gd name="connsiteX36" fmla="*/ 9520734 w 11900917"/>
                      <a:gd name="connsiteY36" fmla="*/ 6514217 h 6514217"/>
                      <a:gd name="connsiteX37" fmla="*/ 8806679 w 11900917"/>
                      <a:gd name="connsiteY37" fmla="*/ 6514217 h 6514217"/>
                      <a:gd name="connsiteX38" fmla="*/ 8449651 w 11900917"/>
                      <a:gd name="connsiteY38" fmla="*/ 6514217 h 6514217"/>
                      <a:gd name="connsiteX39" fmla="*/ 8211633 w 11900917"/>
                      <a:gd name="connsiteY39" fmla="*/ 6514217 h 6514217"/>
                      <a:gd name="connsiteX40" fmla="*/ 7854605 w 11900917"/>
                      <a:gd name="connsiteY40" fmla="*/ 6514217 h 6514217"/>
                      <a:gd name="connsiteX41" fmla="*/ 7378569 w 11900917"/>
                      <a:gd name="connsiteY41" fmla="*/ 6514217 h 6514217"/>
                      <a:gd name="connsiteX42" fmla="*/ 6783523 w 11900917"/>
                      <a:gd name="connsiteY42" fmla="*/ 6514217 h 6514217"/>
                      <a:gd name="connsiteX43" fmla="*/ 6426495 w 11900917"/>
                      <a:gd name="connsiteY43" fmla="*/ 6514217 h 6514217"/>
                      <a:gd name="connsiteX44" fmla="*/ 5593431 w 11900917"/>
                      <a:gd name="connsiteY44" fmla="*/ 6514217 h 6514217"/>
                      <a:gd name="connsiteX45" fmla="*/ 4998385 w 11900917"/>
                      <a:gd name="connsiteY45" fmla="*/ 6514217 h 6514217"/>
                      <a:gd name="connsiteX46" fmla="*/ 4165321 w 11900917"/>
                      <a:gd name="connsiteY46" fmla="*/ 6514217 h 6514217"/>
                      <a:gd name="connsiteX47" fmla="*/ 3451266 w 11900917"/>
                      <a:gd name="connsiteY47" fmla="*/ 6514217 h 6514217"/>
                      <a:gd name="connsiteX48" fmla="*/ 2975229 w 11900917"/>
                      <a:gd name="connsiteY48" fmla="*/ 6514217 h 6514217"/>
                      <a:gd name="connsiteX49" fmla="*/ 2261174 w 11900917"/>
                      <a:gd name="connsiteY49" fmla="*/ 6514217 h 6514217"/>
                      <a:gd name="connsiteX50" fmla="*/ 1904147 w 11900917"/>
                      <a:gd name="connsiteY50" fmla="*/ 6514217 h 6514217"/>
                      <a:gd name="connsiteX51" fmla="*/ 1309101 w 11900917"/>
                      <a:gd name="connsiteY51" fmla="*/ 6514217 h 6514217"/>
                      <a:gd name="connsiteX52" fmla="*/ 1071083 w 11900917"/>
                      <a:gd name="connsiteY52" fmla="*/ 6514217 h 6514217"/>
                      <a:gd name="connsiteX53" fmla="*/ 0 w 11900917"/>
                      <a:gd name="connsiteY53" fmla="*/ 6514217 h 6514217"/>
                      <a:gd name="connsiteX54" fmla="*/ 0 w 11900917"/>
                      <a:gd name="connsiteY54" fmla="*/ 5922015 h 6514217"/>
                      <a:gd name="connsiteX55" fmla="*/ 0 w 11900917"/>
                      <a:gd name="connsiteY55" fmla="*/ 5264672 h 6514217"/>
                      <a:gd name="connsiteX56" fmla="*/ 0 w 11900917"/>
                      <a:gd name="connsiteY56" fmla="*/ 4607328 h 6514217"/>
                      <a:gd name="connsiteX57" fmla="*/ 0 w 11900917"/>
                      <a:gd name="connsiteY57" fmla="*/ 4145411 h 6514217"/>
                      <a:gd name="connsiteX58" fmla="*/ 0 w 11900917"/>
                      <a:gd name="connsiteY58" fmla="*/ 3422925 h 6514217"/>
                      <a:gd name="connsiteX59" fmla="*/ 0 w 11900917"/>
                      <a:gd name="connsiteY59" fmla="*/ 2830723 h 6514217"/>
                      <a:gd name="connsiteX60" fmla="*/ 0 w 11900917"/>
                      <a:gd name="connsiteY60" fmla="*/ 2433948 h 6514217"/>
                      <a:gd name="connsiteX61" fmla="*/ 0 w 11900917"/>
                      <a:gd name="connsiteY61" fmla="*/ 1841747 h 6514217"/>
                      <a:gd name="connsiteX62" fmla="*/ 0 w 11900917"/>
                      <a:gd name="connsiteY62" fmla="*/ 1314687 h 6514217"/>
                      <a:gd name="connsiteX63" fmla="*/ 0 w 11900917"/>
                      <a:gd name="connsiteY63" fmla="*/ 787628 h 6514217"/>
                      <a:gd name="connsiteX64" fmla="*/ 0 w 11900917"/>
                      <a:gd name="connsiteY64" fmla="*/ 0 h 6514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11900917" h="6514217" extrusionOk="0">
                        <a:moveTo>
                          <a:pt x="0" y="0"/>
                        </a:moveTo>
                        <a:cubicBezTo>
                          <a:pt x="237347" y="-25440"/>
                          <a:pt x="380125" y="19026"/>
                          <a:pt x="476037" y="0"/>
                        </a:cubicBezTo>
                        <a:cubicBezTo>
                          <a:pt x="571949" y="-19026"/>
                          <a:pt x="595303" y="8080"/>
                          <a:pt x="714055" y="0"/>
                        </a:cubicBezTo>
                        <a:cubicBezTo>
                          <a:pt x="832807" y="-8080"/>
                          <a:pt x="1334682" y="58008"/>
                          <a:pt x="1547119" y="0"/>
                        </a:cubicBezTo>
                        <a:cubicBezTo>
                          <a:pt x="1759556" y="-58008"/>
                          <a:pt x="1920909" y="7543"/>
                          <a:pt x="2023156" y="0"/>
                        </a:cubicBezTo>
                        <a:cubicBezTo>
                          <a:pt x="2125403" y="-7543"/>
                          <a:pt x="2389367" y="42848"/>
                          <a:pt x="2499193" y="0"/>
                        </a:cubicBezTo>
                        <a:cubicBezTo>
                          <a:pt x="2609019" y="-42848"/>
                          <a:pt x="3062924" y="1682"/>
                          <a:pt x="3332257" y="0"/>
                        </a:cubicBezTo>
                        <a:cubicBezTo>
                          <a:pt x="3601590" y="-1682"/>
                          <a:pt x="3575415" y="23112"/>
                          <a:pt x="3689284" y="0"/>
                        </a:cubicBezTo>
                        <a:cubicBezTo>
                          <a:pt x="3803153" y="-23112"/>
                          <a:pt x="4136397" y="90254"/>
                          <a:pt x="4522348" y="0"/>
                        </a:cubicBezTo>
                        <a:cubicBezTo>
                          <a:pt x="4908299" y="-90254"/>
                          <a:pt x="5152834" y="83380"/>
                          <a:pt x="5355413" y="0"/>
                        </a:cubicBezTo>
                        <a:cubicBezTo>
                          <a:pt x="5557992" y="-83380"/>
                          <a:pt x="5794929" y="52432"/>
                          <a:pt x="5950459" y="0"/>
                        </a:cubicBezTo>
                        <a:cubicBezTo>
                          <a:pt x="6105989" y="-52432"/>
                          <a:pt x="6554819" y="23660"/>
                          <a:pt x="6783523" y="0"/>
                        </a:cubicBezTo>
                        <a:cubicBezTo>
                          <a:pt x="7012227" y="-23660"/>
                          <a:pt x="7161139" y="35289"/>
                          <a:pt x="7259559" y="0"/>
                        </a:cubicBezTo>
                        <a:cubicBezTo>
                          <a:pt x="7357979" y="-35289"/>
                          <a:pt x="7513593" y="26788"/>
                          <a:pt x="7735596" y="0"/>
                        </a:cubicBezTo>
                        <a:cubicBezTo>
                          <a:pt x="7957599" y="-26788"/>
                          <a:pt x="8093213" y="38812"/>
                          <a:pt x="8449651" y="0"/>
                        </a:cubicBezTo>
                        <a:cubicBezTo>
                          <a:pt x="8806089" y="-38812"/>
                          <a:pt x="8702562" y="12998"/>
                          <a:pt x="8925688" y="0"/>
                        </a:cubicBezTo>
                        <a:cubicBezTo>
                          <a:pt x="9148814" y="-12998"/>
                          <a:pt x="9487755" y="97643"/>
                          <a:pt x="9758752" y="0"/>
                        </a:cubicBezTo>
                        <a:cubicBezTo>
                          <a:pt x="10029749" y="-97643"/>
                          <a:pt x="10205548" y="97972"/>
                          <a:pt x="10591816" y="0"/>
                        </a:cubicBezTo>
                        <a:cubicBezTo>
                          <a:pt x="10978084" y="-97972"/>
                          <a:pt x="10972415" y="4333"/>
                          <a:pt x="11186862" y="0"/>
                        </a:cubicBezTo>
                        <a:cubicBezTo>
                          <a:pt x="11401309" y="-4333"/>
                          <a:pt x="11610116" y="28820"/>
                          <a:pt x="11900917" y="0"/>
                        </a:cubicBezTo>
                        <a:cubicBezTo>
                          <a:pt x="11923939" y="141937"/>
                          <a:pt x="11870646" y="224975"/>
                          <a:pt x="11900917" y="396775"/>
                        </a:cubicBezTo>
                        <a:cubicBezTo>
                          <a:pt x="11931188" y="568575"/>
                          <a:pt x="11869764" y="666634"/>
                          <a:pt x="11900917" y="858692"/>
                        </a:cubicBezTo>
                        <a:cubicBezTo>
                          <a:pt x="11932070" y="1050750"/>
                          <a:pt x="11879830" y="1200799"/>
                          <a:pt x="11900917" y="1516036"/>
                        </a:cubicBezTo>
                        <a:cubicBezTo>
                          <a:pt x="11922004" y="1831273"/>
                          <a:pt x="11880805" y="1928720"/>
                          <a:pt x="11900917" y="2043095"/>
                        </a:cubicBezTo>
                        <a:cubicBezTo>
                          <a:pt x="11921029" y="2157470"/>
                          <a:pt x="11890717" y="2376673"/>
                          <a:pt x="11900917" y="2505013"/>
                        </a:cubicBezTo>
                        <a:cubicBezTo>
                          <a:pt x="11911117" y="2633353"/>
                          <a:pt x="11841283" y="2908915"/>
                          <a:pt x="11900917" y="3162356"/>
                        </a:cubicBezTo>
                        <a:cubicBezTo>
                          <a:pt x="11960551" y="3415797"/>
                          <a:pt x="11868803" y="3562257"/>
                          <a:pt x="11900917" y="3754558"/>
                        </a:cubicBezTo>
                        <a:cubicBezTo>
                          <a:pt x="11933031" y="3946859"/>
                          <a:pt x="11897798" y="4176796"/>
                          <a:pt x="11900917" y="4346759"/>
                        </a:cubicBezTo>
                        <a:cubicBezTo>
                          <a:pt x="11904036" y="4516722"/>
                          <a:pt x="11873351" y="4727109"/>
                          <a:pt x="11900917" y="5069245"/>
                        </a:cubicBezTo>
                        <a:cubicBezTo>
                          <a:pt x="11928483" y="5411381"/>
                          <a:pt x="11892383" y="5576496"/>
                          <a:pt x="11900917" y="5726589"/>
                        </a:cubicBezTo>
                        <a:cubicBezTo>
                          <a:pt x="11909451" y="5876682"/>
                          <a:pt x="11886121" y="6166463"/>
                          <a:pt x="11900917" y="6514217"/>
                        </a:cubicBezTo>
                        <a:cubicBezTo>
                          <a:pt x="11792006" y="6525969"/>
                          <a:pt x="11543793" y="6503439"/>
                          <a:pt x="11424880" y="6514217"/>
                        </a:cubicBezTo>
                        <a:cubicBezTo>
                          <a:pt x="11305967" y="6524995"/>
                          <a:pt x="11236658" y="6510181"/>
                          <a:pt x="11186862" y="6514217"/>
                        </a:cubicBezTo>
                        <a:cubicBezTo>
                          <a:pt x="11137066" y="6518253"/>
                          <a:pt x="10770881" y="6481074"/>
                          <a:pt x="10472807" y="6514217"/>
                        </a:cubicBezTo>
                        <a:cubicBezTo>
                          <a:pt x="10174733" y="6547360"/>
                          <a:pt x="10282735" y="6473421"/>
                          <a:pt x="10115779" y="6514217"/>
                        </a:cubicBezTo>
                        <a:cubicBezTo>
                          <a:pt x="9948823" y="6555013"/>
                          <a:pt x="9946095" y="6489509"/>
                          <a:pt x="9877761" y="6514217"/>
                        </a:cubicBezTo>
                        <a:cubicBezTo>
                          <a:pt x="9809427" y="6538925"/>
                          <a:pt x="9616966" y="6500614"/>
                          <a:pt x="9520734" y="6514217"/>
                        </a:cubicBezTo>
                        <a:cubicBezTo>
                          <a:pt x="9424502" y="6527820"/>
                          <a:pt x="9042413" y="6442163"/>
                          <a:pt x="8806679" y="6514217"/>
                        </a:cubicBezTo>
                        <a:cubicBezTo>
                          <a:pt x="8570945" y="6586271"/>
                          <a:pt x="8527969" y="6506521"/>
                          <a:pt x="8449651" y="6514217"/>
                        </a:cubicBezTo>
                        <a:cubicBezTo>
                          <a:pt x="8371333" y="6521913"/>
                          <a:pt x="8262355" y="6506157"/>
                          <a:pt x="8211633" y="6514217"/>
                        </a:cubicBezTo>
                        <a:cubicBezTo>
                          <a:pt x="8160911" y="6522277"/>
                          <a:pt x="7984409" y="6501490"/>
                          <a:pt x="7854605" y="6514217"/>
                        </a:cubicBezTo>
                        <a:cubicBezTo>
                          <a:pt x="7724801" y="6526944"/>
                          <a:pt x="7531595" y="6474088"/>
                          <a:pt x="7378569" y="6514217"/>
                        </a:cubicBezTo>
                        <a:cubicBezTo>
                          <a:pt x="7225543" y="6554346"/>
                          <a:pt x="6974551" y="6451499"/>
                          <a:pt x="6783523" y="6514217"/>
                        </a:cubicBezTo>
                        <a:cubicBezTo>
                          <a:pt x="6592495" y="6576935"/>
                          <a:pt x="6518174" y="6495498"/>
                          <a:pt x="6426495" y="6514217"/>
                        </a:cubicBezTo>
                        <a:cubicBezTo>
                          <a:pt x="6334816" y="6532936"/>
                          <a:pt x="5810775" y="6436906"/>
                          <a:pt x="5593431" y="6514217"/>
                        </a:cubicBezTo>
                        <a:cubicBezTo>
                          <a:pt x="5376087" y="6591528"/>
                          <a:pt x="5180867" y="6497108"/>
                          <a:pt x="4998385" y="6514217"/>
                        </a:cubicBezTo>
                        <a:cubicBezTo>
                          <a:pt x="4815903" y="6531326"/>
                          <a:pt x="4466290" y="6481510"/>
                          <a:pt x="4165321" y="6514217"/>
                        </a:cubicBezTo>
                        <a:cubicBezTo>
                          <a:pt x="3864352" y="6546924"/>
                          <a:pt x="3675306" y="6444849"/>
                          <a:pt x="3451266" y="6514217"/>
                        </a:cubicBezTo>
                        <a:cubicBezTo>
                          <a:pt x="3227226" y="6583585"/>
                          <a:pt x="3190073" y="6462310"/>
                          <a:pt x="2975229" y="6514217"/>
                        </a:cubicBezTo>
                        <a:cubicBezTo>
                          <a:pt x="2760385" y="6566124"/>
                          <a:pt x="2513226" y="6483188"/>
                          <a:pt x="2261174" y="6514217"/>
                        </a:cubicBezTo>
                        <a:cubicBezTo>
                          <a:pt x="2009122" y="6545246"/>
                          <a:pt x="2050698" y="6495859"/>
                          <a:pt x="1904147" y="6514217"/>
                        </a:cubicBezTo>
                        <a:cubicBezTo>
                          <a:pt x="1757596" y="6532575"/>
                          <a:pt x="1463393" y="6471857"/>
                          <a:pt x="1309101" y="6514217"/>
                        </a:cubicBezTo>
                        <a:cubicBezTo>
                          <a:pt x="1154809" y="6556577"/>
                          <a:pt x="1128690" y="6512160"/>
                          <a:pt x="1071083" y="6514217"/>
                        </a:cubicBezTo>
                        <a:cubicBezTo>
                          <a:pt x="1013476" y="6516274"/>
                          <a:pt x="444670" y="6395740"/>
                          <a:pt x="0" y="6514217"/>
                        </a:cubicBezTo>
                        <a:cubicBezTo>
                          <a:pt x="-58835" y="6316695"/>
                          <a:pt x="14857" y="6209747"/>
                          <a:pt x="0" y="5922015"/>
                        </a:cubicBezTo>
                        <a:cubicBezTo>
                          <a:pt x="-14857" y="5634283"/>
                          <a:pt x="5571" y="5570356"/>
                          <a:pt x="0" y="5264672"/>
                        </a:cubicBezTo>
                        <a:cubicBezTo>
                          <a:pt x="-5571" y="4958988"/>
                          <a:pt x="33153" y="4816079"/>
                          <a:pt x="0" y="4607328"/>
                        </a:cubicBezTo>
                        <a:cubicBezTo>
                          <a:pt x="-33153" y="4398577"/>
                          <a:pt x="8946" y="4325624"/>
                          <a:pt x="0" y="4145411"/>
                        </a:cubicBezTo>
                        <a:cubicBezTo>
                          <a:pt x="-8946" y="3965198"/>
                          <a:pt x="71099" y="3758027"/>
                          <a:pt x="0" y="3422925"/>
                        </a:cubicBezTo>
                        <a:cubicBezTo>
                          <a:pt x="-71099" y="3087823"/>
                          <a:pt x="12336" y="2993946"/>
                          <a:pt x="0" y="2830723"/>
                        </a:cubicBezTo>
                        <a:cubicBezTo>
                          <a:pt x="-12336" y="2667500"/>
                          <a:pt x="20373" y="2607200"/>
                          <a:pt x="0" y="2433948"/>
                        </a:cubicBezTo>
                        <a:cubicBezTo>
                          <a:pt x="-20373" y="2260697"/>
                          <a:pt x="37889" y="2113357"/>
                          <a:pt x="0" y="1841747"/>
                        </a:cubicBezTo>
                        <a:cubicBezTo>
                          <a:pt x="-37889" y="1570137"/>
                          <a:pt x="15440" y="1544143"/>
                          <a:pt x="0" y="1314687"/>
                        </a:cubicBezTo>
                        <a:cubicBezTo>
                          <a:pt x="-15440" y="1085231"/>
                          <a:pt x="906" y="976499"/>
                          <a:pt x="0" y="787628"/>
                        </a:cubicBezTo>
                        <a:cubicBezTo>
                          <a:pt x="-906" y="598757"/>
                          <a:pt x="29049" y="2391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dirty="0">
              <a:solidFill>
                <a:srgbClr val="002060"/>
              </a:solidFill>
              <a:latin typeface="微软雅黑"/>
              <a:ea typeface="微软雅黑"/>
            </a:endParaRPr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BB9BAFBC-B59A-39BE-0E93-DDD62B0BA0A8}"/>
              </a:ext>
            </a:extLst>
          </p:cNvPr>
          <p:cNvCxnSpPr>
            <a:cxnSpLocks/>
            <a:stCxn id="11" idx="2"/>
            <a:endCxn id="32" idx="0"/>
          </p:cNvCxnSpPr>
          <p:nvPr/>
        </p:nvCxnSpPr>
        <p:spPr>
          <a:xfrm rot="16200000" flipH="1">
            <a:off x="7912651" y="-381850"/>
            <a:ext cx="526936" cy="4498570"/>
          </a:xfrm>
          <a:prstGeom prst="bentConnector3">
            <a:avLst/>
          </a:prstGeom>
          <a:ln w="19050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633D59A0-FD73-F67D-591F-4AEF1D8E5F80}"/>
              </a:ext>
            </a:extLst>
          </p:cNvPr>
          <p:cNvSpPr txBox="1"/>
          <p:nvPr/>
        </p:nvSpPr>
        <p:spPr>
          <a:xfrm>
            <a:off x="9198602" y="2166397"/>
            <a:ext cx="2492990" cy="499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微软雅黑"/>
                <a:ea typeface="微软雅黑"/>
              </a:rPr>
              <a:t>高效的虚拟文件系统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AFF00AB-8B4E-5DFF-B2FC-F96B7385B403}"/>
              </a:ext>
            </a:extLst>
          </p:cNvPr>
          <p:cNvGrpSpPr/>
          <p:nvPr/>
        </p:nvGrpSpPr>
        <p:grpSpPr>
          <a:xfrm>
            <a:off x="6602144" y="6014134"/>
            <a:ext cx="1725168" cy="0"/>
            <a:chOff x="2486937" y="5307134"/>
            <a:chExt cx="1725168" cy="0"/>
          </a:xfrm>
        </p:grpSpPr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D1B4ACEC-92C1-15DF-C305-501287D15A72}"/>
                </a:ext>
              </a:extLst>
            </p:cNvPr>
            <p:cNvCxnSpPr/>
            <p:nvPr/>
          </p:nvCxnSpPr>
          <p:spPr>
            <a:xfrm>
              <a:off x="2486937" y="5307134"/>
              <a:ext cx="1725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A2F32345-4CC2-03D9-A052-C86B32F108E3}"/>
                </a:ext>
              </a:extLst>
            </p:cNvPr>
            <p:cNvCxnSpPr/>
            <p:nvPr/>
          </p:nvCxnSpPr>
          <p:spPr>
            <a:xfrm>
              <a:off x="3180357" y="5307134"/>
              <a:ext cx="338328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479CDA3-440A-D463-1F0E-8BF0A87245C1}"/>
              </a:ext>
            </a:extLst>
          </p:cNvPr>
          <p:cNvGrpSpPr/>
          <p:nvPr/>
        </p:nvGrpSpPr>
        <p:grpSpPr>
          <a:xfrm>
            <a:off x="9562820" y="6011688"/>
            <a:ext cx="1725168" cy="0"/>
            <a:chOff x="2486937" y="5307134"/>
            <a:chExt cx="1725168" cy="0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654C95CC-D1CB-93FF-B7F9-1535CBCAB416}"/>
                </a:ext>
              </a:extLst>
            </p:cNvPr>
            <p:cNvCxnSpPr/>
            <p:nvPr/>
          </p:nvCxnSpPr>
          <p:spPr>
            <a:xfrm>
              <a:off x="2486937" y="5307134"/>
              <a:ext cx="1725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02A6711A-C120-4D80-5554-464E312D736A}"/>
                </a:ext>
              </a:extLst>
            </p:cNvPr>
            <p:cNvCxnSpPr/>
            <p:nvPr/>
          </p:nvCxnSpPr>
          <p:spPr>
            <a:xfrm>
              <a:off x="3180357" y="5307134"/>
              <a:ext cx="338328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BE653BA2-D43D-D8C3-8FE9-0551AB91B9B4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>
          <a:xfrm rot="16200000" flipH="1">
            <a:off x="6428009" y="1102791"/>
            <a:ext cx="526936" cy="1529287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图片 53">
            <a:extLst>
              <a:ext uri="{FF2B5EF4-FFF2-40B4-BE49-F238E27FC236}">
                <a16:creationId xmlns:a16="http://schemas.microsoft.com/office/drawing/2014/main" id="{EBA4BA89-18C7-BCA4-745A-2CC1C9DF27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584" y="3503623"/>
            <a:ext cx="2221071" cy="874474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C7EED450-34ED-DAB9-09F3-80DE9234B9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584" y="2740001"/>
            <a:ext cx="2221200" cy="601320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1A76AC52-D7FB-CE8C-169A-3B8E71219DA2}"/>
              </a:ext>
            </a:extLst>
          </p:cNvPr>
          <p:cNvSpPr txBox="1"/>
          <p:nvPr/>
        </p:nvSpPr>
        <p:spPr>
          <a:xfrm>
            <a:off x="6257546" y="4507821"/>
            <a:ext cx="2401262" cy="1414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块缓存和页缓存间的重复数据映射到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相同物理页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，减少数据冗余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 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算法清理无用缓存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28CA4C2E-726E-B461-7AE5-1A250FBB9F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2616" y="2740001"/>
            <a:ext cx="2165576" cy="1873518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A2C6265F-D1A7-1606-FF51-C2B33A9CD935}"/>
              </a:ext>
            </a:extLst>
          </p:cNvPr>
          <p:cNvSpPr txBox="1"/>
          <p:nvPr/>
        </p:nvSpPr>
        <p:spPr>
          <a:xfrm>
            <a:off x="9238630" y="4655263"/>
            <a:ext cx="2269562" cy="875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目录树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作为文件目录逻辑结构的缓存，大幅减少文件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ED80792-BEC4-9E1B-C396-0FA25FFCCE50}"/>
              </a:ext>
            </a:extLst>
          </p:cNvPr>
          <p:cNvSpPr txBox="1"/>
          <p:nvPr/>
        </p:nvSpPr>
        <p:spPr>
          <a:xfrm>
            <a:off x="3368579" y="4507821"/>
            <a:ext cx="2384446" cy="1414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 </a:t>
            </a:r>
            <a:r>
              <a:rPr lang="en-US" altLang="zh-CN" sz="1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futex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等系统调用，从而实现基于等待队列的系统资源访问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避免了非阻塞状态下轮询带来的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资源浪费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9" name="图片 68">
            <a:extLst>
              <a:ext uri="{FF2B5EF4-FFF2-40B4-BE49-F238E27FC236}">
                <a16:creationId xmlns:a16="http://schemas.microsoft.com/office/drawing/2014/main" id="{4A77F365-9010-A6C7-7DA0-8C8186BF25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251" y="2766693"/>
            <a:ext cx="2159829" cy="1611404"/>
          </a:xfrm>
          <a:prstGeom prst="rect">
            <a:avLst/>
          </a:prstGeom>
        </p:spPr>
      </p:pic>
      <p:sp>
        <p:nvSpPr>
          <p:cNvPr id="71" name="文本框 70">
            <a:extLst>
              <a:ext uri="{FF2B5EF4-FFF2-40B4-BE49-F238E27FC236}">
                <a16:creationId xmlns:a16="http://schemas.microsoft.com/office/drawing/2014/main" id="{E573B3B3-B47C-7900-1628-4491789D0F73}"/>
              </a:ext>
            </a:extLst>
          </p:cNvPr>
          <p:cNvSpPr txBox="1"/>
          <p:nvPr/>
        </p:nvSpPr>
        <p:spPr>
          <a:xfrm>
            <a:off x="354684" y="2673402"/>
            <a:ext cx="2384446" cy="329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懒分配：仅建立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映射，首次访问触发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缺页异常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后再分配物理内存并建立实际映射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写时复制：在复制数据时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延迟实际拷贝操作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，直到一方发生修改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zRAM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：在内存中创建一个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压缩块设备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虚拟内存：通过页表实现地址映射，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MMU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根据页表自动完成转换。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8EB2A817-AA2A-6467-4E02-02A381676331}"/>
              </a:ext>
            </a:extLst>
          </p:cNvPr>
          <p:cNvSpPr txBox="1"/>
          <p:nvPr/>
        </p:nvSpPr>
        <p:spPr>
          <a:xfrm>
            <a:off x="49096" y="6512032"/>
            <a:ext cx="16146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b="1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NPUcore</a:t>
            </a:r>
            <a:r>
              <a:rPr lang="en-US" altLang="zh-CN" sz="10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-BLOSSOM</a:t>
            </a:r>
            <a:endParaRPr lang="zh-CN" altLang="en-US" sz="105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1176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664"/>
    </mc:Choice>
    <mc:Fallback xmlns="">
      <p:transition spd="slow" advTm="7866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A29EB-673B-5B77-FD51-C34373CF0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359A4D5-CFB3-55D3-2DFB-55B7AD9B934A}"/>
              </a:ext>
            </a:extLst>
          </p:cNvPr>
          <p:cNvCxnSpPr>
            <a:cxnSpLocks/>
          </p:cNvCxnSpPr>
          <p:nvPr/>
        </p:nvCxnSpPr>
        <p:spPr>
          <a:xfrm>
            <a:off x="0" y="994868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1CF1B1F-26A7-08B2-92D9-D1F74C55C619}"/>
              </a:ext>
            </a:extLst>
          </p:cNvPr>
          <p:cNvSpPr txBox="1"/>
          <p:nvPr/>
        </p:nvSpPr>
        <p:spPr>
          <a:xfrm>
            <a:off x="1217906" y="286987"/>
            <a:ext cx="2321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  <a:latin typeface="微软雅黑"/>
                <a:ea typeface="微软雅黑"/>
              </a:rPr>
              <a:t>二、问题解决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F6F516F-00B7-C749-8E1E-F55C2E5F0531}"/>
              </a:ext>
            </a:extLst>
          </p:cNvPr>
          <p:cNvCxnSpPr>
            <a:cxnSpLocks/>
          </p:cNvCxnSpPr>
          <p:nvPr/>
        </p:nvCxnSpPr>
        <p:spPr>
          <a:xfrm flipH="1">
            <a:off x="-1" y="0"/>
            <a:ext cx="1" cy="68580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B87F7FD-7189-7724-F2C6-B08643FA570B}"/>
              </a:ext>
            </a:extLst>
          </p:cNvPr>
          <p:cNvCxnSpPr>
            <a:cxnSpLocks/>
          </p:cNvCxnSpPr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ADB125C-4DD9-4D60-77C7-3F97EFF5D1FA}"/>
              </a:ext>
            </a:extLst>
          </p:cNvPr>
          <p:cNvCxnSpPr>
            <a:cxnSpLocks/>
          </p:cNvCxnSpPr>
          <p:nvPr/>
        </p:nvCxnSpPr>
        <p:spPr>
          <a:xfrm>
            <a:off x="0" y="6858000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C8A80A6-78D3-294E-4B44-6B36A12F5618}"/>
              </a:ext>
            </a:extLst>
          </p:cNvPr>
          <p:cNvCxnSpPr>
            <a:cxnSpLocks/>
          </p:cNvCxnSpPr>
          <p:nvPr/>
        </p:nvCxnSpPr>
        <p:spPr>
          <a:xfrm>
            <a:off x="-1" y="0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513B2177-FB93-8657-B102-73240572F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857" y="50484"/>
            <a:ext cx="3440589" cy="893901"/>
          </a:xfrm>
          <a:prstGeom prst="rect">
            <a:avLst/>
          </a:prstGeom>
        </p:spPr>
      </p:pic>
      <p:pic>
        <p:nvPicPr>
          <p:cNvPr id="23" name="图形 22" descr="Internet 纯色填充">
            <a:extLst>
              <a:ext uri="{FF2B5EF4-FFF2-40B4-BE49-F238E27FC236}">
                <a16:creationId xmlns:a16="http://schemas.microsoft.com/office/drawing/2014/main" id="{53772F13-5FA5-B630-8345-75D5BCADBC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753" y="80468"/>
            <a:ext cx="914400" cy="914400"/>
          </a:xfrm>
          <a:prstGeom prst="rect">
            <a:avLst/>
          </a:prstGeom>
        </p:spPr>
      </p:pic>
      <p:pic>
        <p:nvPicPr>
          <p:cNvPr id="1026" name="Picture 2" descr="1749368219933">
            <a:extLst>
              <a:ext uri="{FF2B5EF4-FFF2-40B4-BE49-F238E27FC236}">
                <a16:creationId xmlns:a16="http://schemas.microsoft.com/office/drawing/2014/main" id="{C92CF4EE-E5AA-1C5E-A82F-AF91AA0C0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22" y="2509836"/>
            <a:ext cx="5946071" cy="2047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6B591FA-EC2B-79B6-EE82-7B243EC41FA0}"/>
              </a:ext>
            </a:extLst>
          </p:cNvPr>
          <p:cNvSpPr/>
          <p:nvPr/>
        </p:nvSpPr>
        <p:spPr>
          <a:xfrm>
            <a:off x="125421" y="1932731"/>
            <a:ext cx="6337339" cy="2751750"/>
          </a:xfrm>
          <a:prstGeom prst="rect">
            <a:avLst/>
          </a:prstGeom>
          <a:noFill/>
          <a:ln w="25400" cmpd="sng"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900917"/>
                      <a:gd name="connsiteY0" fmla="*/ 0 h 6514217"/>
                      <a:gd name="connsiteX1" fmla="*/ 476037 w 11900917"/>
                      <a:gd name="connsiteY1" fmla="*/ 0 h 6514217"/>
                      <a:gd name="connsiteX2" fmla="*/ 714055 w 11900917"/>
                      <a:gd name="connsiteY2" fmla="*/ 0 h 6514217"/>
                      <a:gd name="connsiteX3" fmla="*/ 1547119 w 11900917"/>
                      <a:gd name="connsiteY3" fmla="*/ 0 h 6514217"/>
                      <a:gd name="connsiteX4" fmla="*/ 2023156 w 11900917"/>
                      <a:gd name="connsiteY4" fmla="*/ 0 h 6514217"/>
                      <a:gd name="connsiteX5" fmla="*/ 2499193 w 11900917"/>
                      <a:gd name="connsiteY5" fmla="*/ 0 h 6514217"/>
                      <a:gd name="connsiteX6" fmla="*/ 3332257 w 11900917"/>
                      <a:gd name="connsiteY6" fmla="*/ 0 h 6514217"/>
                      <a:gd name="connsiteX7" fmla="*/ 3689284 w 11900917"/>
                      <a:gd name="connsiteY7" fmla="*/ 0 h 6514217"/>
                      <a:gd name="connsiteX8" fmla="*/ 4522348 w 11900917"/>
                      <a:gd name="connsiteY8" fmla="*/ 0 h 6514217"/>
                      <a:gd name="connsiteX9" fmla="*/ 5355413 w 11900917"/>
                      <a:gd name="connsiteY9" fmla="*/ 0 h 6514217"/>
                      <a:gd name="connsiteX10" fmla="*/ 5950459 w 11900917"/>
                      <a:gd name="connsiteY10" fmla="*/ 0 h 6514217"/>
                      <a:gd name="connsiteX11" fmla="*/ 6783523 w 11900917"/>
                      <a:gd name="connsiteY11" fmla="*/ 0 h 6514217"/>
                      <a:gd name="connsiteX12" fmla="*/ 7259559 w 11900917"/>
                      <a:gd name="connsiteY12" fmla="*/ 0 h 6514217"/>
                      <a:gd name="connsiteX13" fmla="*/ 7735596 w 11900917"/>
                      <a:gd name="connsiteY13" fmla="*/ 0 h 6514217"/>
                      <a:gd name="connsiteX14" fmla="*/ 8449651 w 11900917"/>
                      <a:gd name="connsiteY14" fmla="*/ 0 h 6514217"/>
                      <a:gd name="connsiteX15" fmla="*/ 8925688 w 11900917"/>
                      <a:gd name="connsiteY15" fmla="*/ 0 h 6514217"/>
                      <a:gd name="connsiteX16" fmla="*/ 9758752 w 11900917"/>
                      <a:gd name="connsiteY16" fmla="*/ 0 h 6514217"/>
                      <a:gd name="connsiteX17" fmla="*/ 10591816 w 11900917"/>
                      <a:gd name="connsiteY17" fmla="*/ 0 h 6514217"/>
                      <a:gd name="connsiteX18" fmla="*/ 11186862 w 11900917"/>
                      <a:gd name="connsiteY18" fmla="*/ 0 h 6514217"/>
                      <a:gd name="connsiteX19" fmla="*/ 11900917 w 11900917"/>
                      <a:gd name="connsiteY19" fmla="*/ 0 h 6514217"/>
                      <a:gd name="connsiteX20" fmla="*/ 11900917 w 11900917"/>
                      <a:gd name="connsiteY20" fmla="*/ 396775 h 6514217"/>
                      <a:gd name="connsiteX21" fmla="*/ 11900917 w 11900917"/>
                      <a:gd name="connsiteY21" fmla="*/ 858692 h 6514217"/>
                      <a:gd name="connsiteX22" fmla="*/ 11900917 w 11900917"/>
                      <a:gd name="connsiteY22" fmla="*/ 1516036 h 6514217"/>
                      <a:gd name="connsiteX23" fmla="*/ 11900917 w 11900917"/>
                      <a:gd name="connsiteY23" fmla="*/ 2043095 h 6514217"/>
                      <a:gd name="connsiteX24" fmla="*/ 11900917 w 11900917"/>
                      <a:gd name="connsiteY24" fmla="*/ 2505013 h 6514217"/>
                      <a:gd name="connsiteX25" fmla="*/ 11900917 w 11900917"/>
                      <a:gd name="connsiteY25" fmla="*/ 3162356 h 6514217"/>
                      <a:gd name="connsiteX26" fmla="*/ 11900917 w 11900917"/>
                      <a:gd name="connsiteY26" fmla="*/ 3754558 h 6514217"/>
                      <a:gd name="connsiteX27" fmla="*/ 11900917 w 11900917"/>
                      <a:gd name="connsiteY27" fmla="*/ 4346759 h 6514217"/>
                      <a:gd name="connsiteX28" fmla="*/ 11900917 w 11900917"/>
                      <a:gd name="connsiteY28" fmla="*/ 5069245 h 6514217"/>
                      <a:gd name="connsiteX29" fmla="*/ 11900917 w 11900917"/>
                      <a:gd name="connsiteY29" fmla="*/ 5726589 h 6514217"/>
                      <a:gd name="connsiteX30" fmla="*/ 11900917 w 11900917"/>
                      <a:gd name="connsiteY30" fmla="*/ 6514217 h 6514217"/>
                      <a:gd name="connsiteX31" fmla="*/ 11424880 w 11900917"/>
                      <a:gd name="connsiteY31" fmla="*/ 6514217 h 6514217"/>
                      <a:gd name="connsiteX32" fmla="*/ 11186862 w 11900917"/>
                      <a:gd name="connsiteY32" fmla="*/ 6514217 h 6514217"/>
                      <a:gd name="connsiteX33" fmla="*/ 10472807 w 11900917"/>
                      <a:gd name="connsiteY33" fmla="*/ 6514217 h 6514217"/>
                      <a:gd name="connsiteX34" fmla="*/ 10115779 w 11900917"/>
                      <a:gd name="connsiteY34" fmla="*/ 6514217 h 6514217"/>
                      <a:gd name="connsiteX35" fmla="*/ 9877761 w 11900917"/>
                      <a:gd name="connsiteY35" fmla="*/ 6514217 h 6514217"/>
                      <a:gd name="connsiteX36" fmla="*/ 9520734 w 11900917"/>
                      <a:gd name="connsiteY36" fmla="*/ 6514217 h 6514217"/>
                      <a:gd name="connsiteX37" fmla="*/ 8806679 w 11900917"/>
                      <a:gd name="connsiteY37" fmla="*/ 6514217 h 6514217"/>
                      <a:gd name="connsiteX38" fmla="*/ 8449651 w 11900917"/>
                      <a:gd name="connsiteY38" fmla="*/ 6514217 h 6514217"/>
                      <a:gd name="connsiteX39" fmla="*/ 8211633 w 11900917"/>
                      <a:gd name="connsiteY39" fmla="*/ 6514217 h 6514217"/>
                      <a:gd name="connsiteX40" fmla="*/ 7854605 w 11900917"/>
                      <a:gd name="connsiteY40" fmla="*/ 6514217 h 6514217"/>
                      <a:gd name="connsiteX41" fmla="*/ 7378569 w 11900917"/>
                      <a:gd name="connsiteY41" fmla="*/ 6514217 h 6514217"/>
                      <a:gd name="connsiteX42" fmla="*/ 6783523 w 11900917"/>
                      <a:gd name="connsiteY42" fmla="*/ 6514217 h 6514217"/>
                      <a:gd name="connsiteX43" fmla="*/ 6426495 w 11900917"/>
                      <a:gd name="connsiteY43" fmla="*/ 6514217 h 6514217"/>
                      <a:gd name="connsiteX44" fmla="*/ 5593431 w 11900917"/>
                      <a:gd name="connsiteY44" fmla="*/ 6514217 h 6514217"/>
                      <a:gd name="connsiteX45" fmla="*/ 4998385 w 11900917"/>
                      <a:gd name="connsiteY45" fmla="*/ 6514217 h 6514217"/>
                      <a:gd name="connsiteX46" fmla="*/ 4165321 w 11900917"/>
                      <a:gd name="connsiteY46" fmla="*/ 6514217 h 6514217"/>
                      <a:gd name="connsiteX47" fmla="*/ 3451266 w 11900917"/>
                      <a:gd name="connsiteY47" fmla="*/ 6514217 h 6514217"/>
                      <a:gd name="connsiteX48" fmla="*/ 2975229 w 11900917"/>
                      <a:gd name="connsiteY48" fmla="*/ 6514217 h 6514217"/>
                      <a:gd name="connsiteX49" fmla="*/ 2261174 w 11900917"/>
                      <a:gd name="connsiteY49" fmla="*/ 6514217 h 6514217"/>
                      <a:gd name="connsiteX50" fmla="*/ 1904147 w 11900917"/>
                      <a:gd name="connsiteY50" fmla="*/ 6514217 h 6514217"/>
                      <a:gd name="connsiteX51" fmla="*/ 1309101 w 11900917"/>
                      <a:gd name="connsiteY51" fmla="*/ 6514217 h 6514217"/>
                      <a:gd name="connsiteX52" fmla="*/ 1071083 w 11900917"/>
                      <a:gd name="connsiteY52" fmla="*/ 6514217 h 6514217"/>
                      <a:gd name="connsiteX53" fmla="*/ 0 w 11900917"/>
                      <a:gd name="connsiteY53" fmla="*/ 6514217 h 6514217"/>
                      <a:gd name="connsiteX54" fmla="*/ 0 w 11900917"/>
                      <a:gd name="connsiteY54" fmla="*/ 5922015 h 6514217"/>
                      <a:gd name="connsiteX55" fmla="*/ 0 w 11900917"/>
                      <a:gd name="connsiteY55" fmla="*/ 5264672 h 6514217"/>
                      <a:gd name="connsiteX56" fmla="*/ 0 w 11900917"/>
                      <a:gd name="connsiteY56" fmla="*/ 4607328 h 6514217"/>
                      <a:gd name="connsiteX57" fmla="*/ 0 w 11900917"/>
                      <a:gd name="connsiteY57" fmla="*/ 4145411 h 6514217"/>
                      <a:gd name="connsiteX58" fmla="*/ 0 w 11900917"/>
                      <a:gd name="connsiteY58" fmla="*/ 3422925 h 6514217"/>
                      <a:gd name="connsiteX59" fmla="*/ 0 w 11900917"/>
                      <a:gd name="connsiteY59" fmla="*/ 2830723 h 6514217"/>
                      <a:gd name="connsiteX60" fmla="*/ 0 w 11900917"/>
                      <a:gd name="connsiteY60" fmla="*/ 2433948 h 6514217"/>
                      <a:gd name="connsiteX61" fmla="*/ 0 w 11900917"/>
                      <a:gd name="connsiteY61" fmla="*/ 1841747 h 6514217"/>
                      <a:gd name="connsiteX62" fmla="*/ 0 w 11900917"/>
                      <a:gd name="connsiteY62" fmla="*/ 1314687 h 6514217"/>
                      <a:gd name="connsiteX63" fmla="*/ 0 w 11900917"/>
                      <a:gd name="connsiteY63" fmla="*/ 787628 h 6514217"/>
                      <a:gd name="connsiteX64" fmla="*/ 0 w 11900917"/>
                      <a:gd name="connsiteY64" fmla="*/ 0 h 6514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11900917" h="6514217" extrusionOk="0">
                        <a:moveTo>
                          <a:pt x="0" y="0"/>
                        </a:moveTo>
                        <a:cubicBezTo>
                          <a:pt x="237347" y="-25440"/>
                          <a:pt x="380125" y="19026"/>
                          <a:pt x="476037" y="0"/>
                        </a:cubicBezTo>
                        <a:cubicBezTo>
                          <a:pt x="571949" y="-19026"/>
                          <a:pt x="595303" y="8080"/>
                          <a:pt x="714055" y="0"/>
                        </a:cubicBezTo>
                        <a:cubicBezTo>
                          <a:pt x="832807" y="-8080"/>
                          <a:pt x="1334682" y="58008"/>
                          <a:pt x="1547119" y="0"/>
                        </a:cubicBezTo>
                        <a:cubicBezTo>
                          <a:pt x="1759556" y="-58008"/>
                          <a:pt x="1920909" y="7543"/>
                          <a:pt x="2023156" y="0"/>
                        </a:cubicBezTo>
                        <a:cubicBezTo>
                          <a:pt x="2125403" y="-7543"/>
                          <a:pt x="2389367" y="42848"/>
                          <a:pt x="2499193" y="0"/>
                        </a:cubicBezTo>
                        <a:cubicBezTo>
                          <a:pt x="2609019" y="-42848"/>
                          <a:pt x="3062924" y="1682"/>
                          <a:pt x="3332257" y="0"/>
                        </a:cubicBezTo>
                        <a:cubicBezTo>
                          <a:pt x="3601590" y="-1682"/>
                          <a:pt x="3575415" y="23112"/>
                          <a:pt x="3689284" y="0"/>
                        </a:cubicBezTo>
                        <a:cubicBezTo>
                          <a:pt x="3803153" y="-23112"/>
                          <a:pt x="4136397" y="90254"/>
                          <a:pt x="4522348" y="0"/>
                        </a:cubicBezTo>
                        <a:cubicBezTo>
                          <a:pt x="4908299" y="-90254"/>
                          <a:pt x="5152834" y="83380"/>
                          <a:pt x="5355413" y="0"/>
                        </a:cubicBezTo>
                        <a:cubicBezTo>
                          <a:pt x="5557992" y="-83380"/>
                          <a:pt x="5794929" y="52432"/>
                          <a:pt x="5950459" y="0"/>
                        </a:cubicBezTo>
                        <a:cubicBezTo>
                          <a:pt x="6105989" y="-52432"/>
                          <a:pt x="6554819" y="23660"/>
                          <a:pt x="6783523" y="0"/>
                        </a:cubicBezTo>
                        <a:cubicBezTo>
                          <a:pt x="7012227" y="-23660"/>
                          <a:pt x="7161139" y="35289"/>
                          <a:pt x="7259559" y="0"/>
                        </a:cubicBezTo>
                        <a:cubicBezTo>
                          <a:pt x="7357979" y="-35289"/>
                          <a:pt x="7513593" y="26788"/>
                          <a:pt x="7735596" y="0"/>
                        </a:cubicBezTo>
                        <a:cubicBezTo>
                          <a:pt x="7957599" y="-26788"/>
                          <a:pt x="8093213" y="38812"/>
                          <a:pt x="8449651" y="0"/>
                        </a:cubicBezTo>
                        <a:cubicBezTo>
                          <a:pt x="8806089" y="-38812"/>
                          <a:pt x="8702562" y="12998"/>
                          <a:pt x="8925688" y="0"/>
                        </a:cubicBezTo>
                        <a:cubicBezTo>
                          <a:pt x="9148814" y="-12998"/>
                          <a:pt x="9487755" y="97643"/>
                          <a:pt x="9758752" y="0"/>
                        </a:cubicBezTo>
                        <a:cubicBezTo>
                          <a:pt x="10029749" y="-97643"/>
                          <a:pt x="10205548" y="97972"/>
                          <a:pt x="10591816" y="0"/>
                        </a:cubicBezTo>
                        <a:cubicBezTo>
                          <a:pt x="10978084" y="-97972"/>
                          <a:pt x="10972415" y="4333"/>
                          <a:pt x="11186862" y="0"/>
                        </a:cubicBezTo>
                        <a:cubicBezTo>
                          <a:pt x="11401309" y="-4333"/>
                          <a:pt x="11610116" y="28820"/>
                          <a:pt x="11900917" y="0"/>
                        </a:cubicBezTo>
                        <a:cubicBezTo>
                          <a:pt x="11923939" y="141937"/>
                          <a:pt x="11870646" y="224975"/>
                          <a:pt x="11900917" y="396775"/>
                        </a:cubicBezTo>
                        <a:cubicBezTo>
                          <a:pt x="11931188" y="568575"/>
                          <a:pt x="11869764" y="666634"/>
                          <a:pt x="11900917" y="858692"/>
                        </a:cubicBezTo>
                        <a:cubicBezTo>
                          <a:pt x="11932070" y="1050750"/>
                          <a:pt x="11879830" y="1200799"/>
                          <a:pt x="11900917" y="1516036"/>
                        </a:cubicBezTo>
                        <a:cubicBezTo>
                          <a:pt x="11922004" y="1831273"/>
                          <a:pt x="11880805" y="1928720"/>
                          <a:pt x="11900917" y="2043095"/>
                        </a:cubicBezTo>
                        <a:cubicBezTo>
                          <a:pt x="11921029" y="2157470"/>
                          <a:pt x="11890717" y="2376673"/>
                          <a:pt x="11900917" y="2505013"/>
                        </a:cubicBezTo>
                        <a:cubicBezTo>
                          <a:pt x="11911117" y="2633353"/>
                          <a:pt x="11841283" y="2908915"/>
                          <a:pt x="11900917" y="3162356"/>
                        </a:cubicBezTo>
                        <a:cubicBezTo>
                          <a:pt x="11960551" y="3415797"/>
                          <a:pt x="11868803" y="3562257"/>
                          <a:pt x="11900917" y="3754558"/>
                        </a:cubicBezTo>
                        <a:cubicBezTo>
                          <a:pt x="11933031" y="3946859"/>
                          <a:pt x="11897798" y="4176796"/>
                          <a:pt x="11900917" y="4346759"/>
                        </a:cubicBezTo>
                        <a:cubicBezTo>
                          <a:pt x="11904036" y="4516722"/>
                          <a:pt x="11873351" y="4727109"/>
                          <a:pt x="11900917" y="5069245"/>
                        </a:cubicBezTo>
                        <a:cubicBezTo>
                          <a:pt x="11928483" y="5411381"/>
                          <a:pt x="11892383" y="5576496"/>
                          <a:pt x="11900917" y="5726589"/>
                        </a:cubicBezTo>
                        <a:cubicBezTo>
                          <a:pt x="11909451" y="5876682"/>
                          <a:pt x="11886121" y="6166463"/>
                          <a:pt x="11900917" y="6514217"/>
                        </a:cubicBezTo>
                        <a:cubicBezTo>
                          <a:pt x="11792006" y="6525969"/>
                          <a:pt x="11543793" y="6503439"/>
                          <a:pt x="11424880" y="6514217"/>
                        </a:cubicBezTo>
                        <a:cubicBezTo>
                          <a:pt x="11305967" y="6524995"/>
                          <a:pt x="11236658" y="6510181"/>
                          <a:pt x="11186862" y="6514217"/>
                        </a:cubicBezTo>
                        <a:cubicBezTo>
                          <a:pt x="11137066" y="6518253"/>
                          <a:pt x="10770881" y="6481074"/>
                          <a:pt x="10472807" y="6514217"/>
                        </a:cubicBezTo>
                        <a:cubicBezTo>
                          <a:pt x="10174733" y="6547360"/>
                          <a:pt x="10282735" y="6473421"/>
                          <a:pt x="10115779" y="6514217"/>
                        </a:cubicBezTo>
                        <a:cubicBezTo>
                          <a:pt x="9948823" y="6555013"/>
                          <a:pt x="9946095" y="6489509"/>
                          <a:pt x="9877761" y="6514217"/>
                        </a:cubicBezTo>
                        <a:cubicBezTo>
                          <a:pt x="9809427" y="6538925"/>
                          <a:pt x="9616966" y="6500614"/>
                          <a:pt x="9520734" y="6514217"/>
                        </a:cubicBezTo>
                        <a:cubicBezTo>
                          <a:pt x="9424502" y="6527820"/>
                          <a:pt x="9042413" y="6442163"/>
                          <a:pt x="8806679" y="6514217"/>
                        </a:cubicBezTo>
                        <a:cubicBezTo>
                          <a:pt x="8570945" y="6586271"/>
                          <a:pt x="8527969" y="6506521"/>
                          <a:pt x="8449651" y="6514217"/>
                        </a:cubicBezTo>
                        <a:cubicBezTo>
                          <a:pt x="8371333" y="6521913"/>
                          <a:pt x="8262355" y="6506157"/>
                          <a:pt x="8211633" y="6514217"/>
                        </a:cubicBezTo>
                        <a:cubicBezTo>
                          <a:pt x="8160911" y="6522277"/>
                          <a:pt x="7984409" y="6501490"/>
                          <a:pt x="7854605" y="6514217"/>
                        </a:cubicBezTo>
                        <a:cubicBezTo>
                          <a:pt x="7724801" y="6526944"/>
                          <a:pt x="7531595" y="6474088"/>
                          <a:pt x="7378569" y="6514217"/>
                        </a:cubicBezTo>
                        <a:cubicBezTo>
                          <a:pt x="7225543" y="6554346"/>
                          <a:pt x="6974551" y="6451499"/>
                          <a:pt x="6783523" y="6514217"/>
                        </a:cubicBezTo>
                        <a:cubicBezTo>
                          <a:pt x="6592495" y="6576935"/>
                          <a:pt x="6518174" y="6495498"/>
                          <a:pt x="6426495" y="6514217"/>
                        </a:cubicBezTo>
                        <a:cubicBezTo>
                          <a:pt x="6334816" y="6532936"/>
                          <a:pt x="5810775" y="6436906"/>
                          <a:pt x="5593431" y="6514217"/>
                        </a:cubicBezTo>
                        <a:cubicBezTo>
                          <a:pt x="5376087" y="6591528"/>
                          <a:pt x="5180867" y="6497108"/>
                          <a:pt x="4998385" y="6514217"/>
                        </a:cubicBezTo>
                        <a:cubicBezTo>
                          <a:pt x="4815903" y="6531326"/>
                          <a:pt x="4466290" y="6481510"/>
                          <a:pt x="4165321" y="6514217"/>
                        </a:cubicBezTo>
                        <a:cubicBezTo>
                          <a:pt x="3864352" y="6546924"/>
                          <a:pt x="3675306" y="6444849"/>
                          <a:pt x="3451266" y="6514217"/>
                        </a:cubicBezTo>
                        <a:cubicBezTo>
                          <a:pt x="3227226" y="6583585"/>
                          <a:pt x="3190073" y="6462310"/>
                          <a:pt x="2975229" y="6514217"/>
                        </a:cubicBezTo>
                        <a:cubicBezTo>
                          <a:pt x="2760385" y="6566124"/>
                          <a:pt x="2513226" y="6483188"/>
                          <a:pt x="2261174" y="6514217"/>
                        </a:cubicBezTo>
                        <a:cubicBezTo>
                          <a:pt x="2009122" y="6545246"/>
                          <a:pt x="2050698" y="6495859"/>
                          <a:pt x="1904147" y="6514217"/>
                        </a:cubicBezTo>
                        <a:cubicBezTo>
                          <a:pt x="1757596" y="6532575"/>
                          <a:pt x="1463393" y="6471857"/>
                          <a:pt x="1309101" y="6514217"/>
                        </a:cubicBezTo>
                        <a:cubicBezTo>
                          <a:pt x="1154809" y="6556577"/>
                          <a:pt x="1128690" y="6512160"/>
                          <a:pt x="1071083" y="6514217"/>
                        </a:cubicBezTo>
                        <a:cubicBezTo>
                          <a:pt x="1013476" y="6516274"/>
                          <a:pt x="444670" y="6395740"/>
                          <a:pt x="0" y="6514217"/>
                        </a:cubicBezTo>
                        <a:cubicBezTo>
                          <a:pt x="-58835" y="6316695"/>
                          <a:pt x="14857" y="6209747"/>
                          <a:pt x="0" y="5922015"/>
                        </a:cubicBezTo>
                        <a:cubicBezTo>
                          <a:pt x="-14857" y="5634283"/>
                          <a:pt x="5571" y="5570356"/>
                          <a:pt x="0" y="5264672"/>
                        </a:cubicBezTo>
                        <a:cubicBezTo>
                          <a:pt x="-5571" y="4958988"/>
                          <a:pt x="33153" y="4816079"/>
                          <a:pt x="0" y="4607328"/>
                        </a:cubicBezTo>
                        <a:cubicBezTo>
                          <a:pt x="-33153" y="4398577"/>
                          <a:pt x="8946" y="4325624"/>
                          <a:pt x="0" y="4145411"/>
                        </a:cubicBezTo>
                        <a:cubicBezTo>
                          <a:pt x="-8946" y="3965198"/>
                          <a:pt x="71099" y="3758027"/>
                          <a:pt x="0" y="3422925"/>
                        </a:cubicBezTo>
                        <a:cubicBezTo>
                          <a:pt x="-71099" y="3087823"/>
                          <a:pt x="12336" y="2993946"/>
                          <a:pt x="0" y="2830723"/>
                        </a:cubicBezTo>
                        <a:cubicBezTo>
                          <a:pt x="-12336" y="2667500"/>
                          <a:pt x="20373" y="2607200"/>
                          <a:pt x="0" y="2433948"/>
                        </a:cubicBezTo>
                        <a:cubicBezTo>
                          <a:pt x="-20373" y="2260697"/>
                          <a:pt x="37889" y="2113357"/>
                          <a:pt x="0" y="1841747"/>
                        </a:cubicBezTo>
                        <a:cubicBezTo>
                          <a:pt x="-37889" y="1570137"/>
                          <a:pt x="15440" y="1544143"/>
                          <a:pt x="0" y="1314687"/>
                        </a:cubicBezTo>
                        <a:cubicBezTo>
                          <a:pt x="-15440" y="1085231"/>
                          <a:pt x="906" y="976499"/>
                          <a:pt x="0" y="787628"/>
                        </a:cubicBezTo>
                        <a:cubicBezTo>
                          <a:pt x="-906" y="598757"/>
                          <a:pt x="29049" y="2391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rgbClr val="002060"/>
              </a:solidFill>
              <a:latin typeface="微软雅黑"/>
              <a:ea typeface="微软雅黑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6CEFDE-739E-1AC4-A7E8-5CC890933F3B}"/>
              </a:ext>
            </a:extLst>
          </p:cNvPr>
          <p:cNvSpPr/>
          <p:nvPr/>
        </p:nvSpPr>
        <p:spPr>
          <a:xfrm>
            <a:off x="136930" y="1967949"/>
            <a:ext cx="6288862" cy="4373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mpd="sng">
            <a:noFill/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900917"/>
                      <a:gd name="connsiteY0" fmla="*/ 0 h 6514217"/>
                      <a:gd name="connsiteX1" fmla="*/ 476037 w 11900917"/>
                      <a:gd name="connsiteY1" fmla="*/ 0 h 6514217"/>
                      <a:gd name="connsiteX2" fmla="*/ 714055 w 11900917"/>
                      <a:gd name="connsiteY2" fmla="*/ 0 h 6514217"/>
                      <a:gd name="connsiteX3" fmla="*/ 1547119 w 11900917"/>
                      <a:gd name="connsiteY3" fmla="*/ 0 h 6514217"/>
                      <a:gd name="connsiteX4" fmla="*/ 2023156 w 11900917"/>
                      <a:gd name="connsiteY4" fmla="*/ 0 h 6514217"/>
                      <a:gd name="connsiteX5" fmla="*/ 2499193 w 11900917"/>
                      <a:gd name="connsiteY5" fmla="*/ 0 h 6514217"/>
                      <a:gd name="connsiteX6" fmla="*/ 3332257 w 11900917"/>
                      <a:gd name="connsiteY6" fmla="*/ 0 h 6514217"/>
                      <a:gd name="connsiteX7" fmla="*/ 3689284 w 11900917"/>
                      <a:gd name="connsiteY7" fmla="*/ 0 h 6514217"/>
                      <a:gd name="connsiteX8" fmla="*/ 4522348 w 11900917"/>
                      <a:gd name="connsiteY8" fmla="*/ 0 h 6514217"/>
                      <a:gd name="connsiteX9" fmla="*/ 5355413 w 11900917"/>
                      <a:gd name="connsiteY9" fmla="*/ 0 h 6514217"/>
                      <a:gd name="connsiteX10" fmla="*/ 5950459 w 11900917"/>
                      <a:gd name="connsiteY10" fmla="*/ 0 h 6514217"/>
                      <a:gd name="connsiteX11" fmla="*/ 6783523 w 11900917"/>
                      <a:gd name="connsiteY11" fmla="*/ 0 h 6514217"/>
                      <a:gd name="connsiteX12" fmla="*/ 7259559 w 11900917"/>
                      <a:gd name="connsiteY12" fmla="*/ 0 h 6514217"/>
                      <a:gd name="connsiteX13" fmla="*/ 7735596 w 11900917"/>
                      <a:gd name="connsiteY13" fmla="*/ 0 h 6514217"/>
                      <a:gd name="connsiteX14" fmla="*/ 8449651 w 11900917"/>
                      <a:gd name="connsiteY14" fmla="*/ 0 h 6514217"/>
                      <a:gd name="connsiteX15" fmla="*/ 8925688 w 11900917"/>
                      <a:gd name="connsiteY15" fmla="*/ 0 h 6514217"/>
                      <a:gd name="connsiteX16" fmla="*/ 9758752 w 11900917"/>
                      <a:gd name="connsiteY16" fmla="*/ 0 h 6514217"/>
                      <a:gd name="connsiteX17" fmla="*/ 10591816 w 11900917"/>
                      <a:gd name="connsiteY17" fmla="*/ 0 h 6514217"/>
                      <a:gd name="connsiteX18" fmla="*/ 11186862 w 11900917"/>
                      <a:gd name="connsiteY18" fmla="*/ 0 h 6514217"/>
                      <a:gd name="connsiteX19" fmla="*/ 11900917 w 11900917"/>
                      <a:gd name="connsiteY19" fmla="*/ 0 h 6514217"/>
                      <a:gd name="connsiteX20" fmla="*/ 11900917 w 11900917"/>
                      <a:gd name="connsiteY20" fmla="*/ 396775 h 6514217"/>
                      <a:gd name="connsiteX21" fmla="*/ 11900917 w 11900917"/>
                      <a:gd name="connsiteY21" fmla="*/ 858692 h 6514217"/>
                      <a:gd name="connsiteX22" fmla="*/ 11900917 w 11900917"/>
                      <a:gd name="connsiteY22" fmla="*/ 1516036 h 6514217"/>
                      <a:gd name="connsiteX23" fmla="*/ 11900917 w 11900917"/>
                      <a:gd name="connsiteY23" fmla="*/ 2043095 h 6514217"/>
                      <a:gd name="connsiteX24" fmla="*/ 11900917 w 11900917"/>
                      <a:gd name="connsiteY24" fmla="*/ 2505013 h 6514217"/>
                      <a:gd name="connsiteX25" fmla="*/ 11900917 w 11900917"/>
                      <a:gd name="connsiteY25" fmla="*/ 3162356 h 6514217"/>
                      <a:gd name="connsiteX26" fmla="*/ 11900917 w 11900917"/>
                      <a:gd name="connsiteY26" fmla="*/ 3754558 h 6514217"/>
                      <a:gd name="connsiteX27" fmla="*/ 11900917 w 11900917"/>
                      <a:gd name="connsiteY27" fmla="*/ 4346759 h 6514217"/>
                      <a:gd name="connsiteX28" fmla="*/ 11900917 w 11900917"/>
                      <a:gd name="connsiteY28" fmla="*/ 5069245 h 6514217"/>
                      <a:gd name="connsiteX29" fmla="*/ 11900917 w 11900917"/>
                      <a:gd name="connsiteY29" fmla="*/ 5726589 h 6514217"/>
                      <a:gd name="connsiteX30" fmla="*/ 11900917 w 11900917"/>
                      <a:gd name="connsiteY30" fmla="*/ 6514217 h 6514217"/>
                      <a:gd name="connsiteX31" fmla="*/ 11424880 w 11900917"/>
                      <a:gd name="connsiteY31" fmla="*/ 6514217 h 6514217"/>
                      <a:gd name="connsiteX32" fmla="*/ 11186862 w 11900917"/>
                      <a:gd name="connsiteY32" fmla="*/ 6514217 h 6514217"/>
                      <a:gd name="connsiteX33" fmla="*/ 10472807 w 11900917"/>
                      <a:gd name="connsiteY33" fmla="*/ 6514217 h 6514217"/>
                      <a:gd name="connsiteX34" fmla="*/ 10115779 w 11900917"/>
                      <a:gd name="connsiteY34" fmla="*/ 6514217 h 6514217"/>
                      <a:gd name="connsiteX35" fmla="*/ 9877761 w 11900917"/>
                      <a:gd name="connsiteY35" fmla="*/ 6514217 h 6514217"/>
                      <a:gd name="connsiteX36" fmla="*/ 9520734 w 11900917"/>
                      <a:gd name="connsiteY36" fmla="*/ 6514217 h 6514217"/>
                      <a:gd name="connsiteX37" fmla="*/ 8806679 w 11900917"/>
                      <a:gd name="connsiteY37" fmla="*/ 6514217 h 6514217"/>
                      <a:gd name="connsiteX38" fmla="*/ 8449651 w 11900917"/>
                      <a:gd name="connsiteY38" fmla="*/ 6514217 h 6514217"/>
                      <a:gd name="connsiteX39" fmla="*/ 8211633 w 11900917"/>
                      <a:gd name="connsiteY39" fmla="*/ 6514217 h 6514217"/>
                      <a:gd name="connsiteX40" fmla="*/ 7854605 w 11900917"/>
                      <a:gd name="connsiteY40" fmla="*/ 6514217 h 6514217"/>
                      <a:gd name="connsiteX41" fmla="*/ 7378569 w 11900917"/>
                      <a:gd name="connsiteY41" fmla="*/ 6514217 h 6514217"/>
                      <a:gd name="connsiteX42" fmla="*/ 6783523 w 11900917"/>
                      <a:gd name="connsiteY42" fmla="*/ 6514217 h 6514217"/>
                      <a:gd name="connsiteX43" fmla="*/ 6426495 w 11900917"/>
                      <a:gd name="connsiteY43" fmla="*/ 6514217 h 6514217"/>
                      <a:gd name="connsiteX44" fmla="*/ 5593431 w 11900917"/>
                      <a:gd name="connsiteY44" fmla="*/ 6514217 h 6514217"/>
                      <a:gd name="connsiteX45" fmla="*/ 4998385 w 11900917"/>
                      <a:gd name="connsiteY45" fmla="*/ 6514217 h 6514217"/>
                      <a:gd name="connsiteX46" fmla="*/ 4165321 w 11900917"/>
                      <a:gd name="connsiteY46" fmla="*/ 6514217 h 6514217"/>
                      <a:gd name="connsiteX47" fmla="*/ 3451266 w 11900917"/>
                      <a:gd name="connsiteY47" fmla="*/ 6514217 h 6514217"/>
                      <a:gd name="connsiteX48" fmla="*/ 2975229 w 11900917"/>
                      <a:gd name="connsiteY48" fmla="*/ 6514217 h 6514217"/>
                      <a:gd name="connsiteX49" fmla="*/ 2261174 w 11900917"/>
                      <a:gd name="connsiteY49" fmla="*/ 6514217 h 6514217"/>
                      <a:gd name="connsiteX50" fmla="*/ 1904147 w 11900917"/>
                      <a:gd name="connsiteY50" fmla="*/ 6514217 h 6514217"/>
                      <a:gd name="connsiteX51" fmla="*/ 1309101 w 11900917"/>
                      <a:gd name="connsiteY51" fmla="*/ 6514217 h 6514217"/>
                      <a:gd name="connsiteX52" fmla="*/ 1071083 w 11900917"/>
                      <a:gd name="connsiteY52" fmla="*/ 6514217 h 6514217"/>
                      <a:gd name="connsiteX53" fmla="*/ 0 w 11900917"/>
                      <a:gd name="connsiteY53" fmla="*/ 6514217 h 6514217"/>
                      <a:gd name="connsiteX54" fmla="*/ 0 w 11900917"/>
                      <a:gd name="connsiteY54" fmla="*/ 5922015 h 6514217"/>
                      <a:gd name="connsiteX55" fmla="*/ 0 w 11900917"/>
                      <a:gd name="connsiteY55" fmla="*/ 5264672 h 6514217"/>
                      <a:gd name="connsiteX56" fmla="*/ 0 w 11900917"/>
                      <a:gd name="connsiteY56" fmla="*/ 4607328 h 6514217"/>
                      <a:gd name="connsiteX57" fmla="*/ 0 w 11900917"/>
                      <a:gd name="connsiteY57" fmla="*/ 4145411 h 6514217"/>
                      <a:gd name="connsiteX58" fmla="*/ 0 w 11900917"/>
                      <a:gd name="connsiteY58" fmla="*/ 3422925 h 6514217"/>
                      <a:gd name="connsiteX59" fmla="*/ 0 w 11900917"/>
                      <a:gd name="connsiteY59" fmla="*/ 2830723 h 6514217"/>
                      <a:gd name="connsiteX60" fmla="*/ 0 w 11900917"/>
                      <a:gd name="connsiteY60" fmla="*/ 2433948 h 6514217"/>
                      <a:gd name="connsiteX61" fmla="*/ 0 w 11900917"/>
                      <a:gd name="connsiteY61" fmla="*/ 1841747 h 6514217"/>
                      <a:gd name="connsiteX62" fmla="*/ 0 w 11900917"/>
                      <a:gd name="connsiteY62" fmla="*/ 1314687 h 6514217"/>
                      <a:gd name="connsiteX63" fmla="*/ 0 w 11900917"/>
                      <a:gd name="connsiteY63" fmla="*/ 787628 h 6514217"/>
                      <a:gd name="connsiteX64" fmla="*/ 0 w 11900917"/>
                      <a:gd name="connsiteY64" fmla="*/ 0 h 6514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11900917" h="6514217" extrusionOk="0">
                        <a:moveTo>
                          <a:pt x="0" y="0"/>
                        </a:moveTo>
                        <a:cubicBezTo>
                          <a:pt x="237347" y="-25440"/>
                          <a:pt x="380125" y="19026"/>
                          <a:pt x="476037" y="0"/>
                        </a:cubicBezTo>
                        <a:cubicBezTo>
                          <a:pt x="571949" y="-19026"/>
                          <a:pt x="595303" y="8080"/>
                          <a:pt x="714055" y="0"/>
                        </a:cubicBezTo>
                        <a:cubicBezTo>
                          <a:pt x="832807" y="-8080"/>
                          <a:pt x="1334682" y="58008"/>
                          <a:pt x="1547119" y="0"/>
                        </a:cubicBezTo>
                        <a:cubicBezTo>
                          <a:pt x="1759556" y="-58008"/>
                          <a:pt x="1920909" y="7543"/>
                          <a:pt x="2023156" y="0"/>
                        </a:cubicBezTo>
                        <a:cubicBezTo>
                          <a:pt x="2125403" y="-7543"/>
                          <a:pt x="2389367" y="42848"/>
                          <a:pt x="2499193" y="0"/>
                        </a:cubicBezTo>
                        <a:cubicBezTo>
                          <a:pt x="2609019" y="-42848"/>
                          <a:pt x="3062924" y="1682"/>
                          <a:pt x="3332257" y="0"/>
                        </a:cubicBezTo>
                        <a:cubicBezTo>
                          <a:pt x="3601590" y="-1682"/>
                          <a:pt x="3575415" y="23112"/>
                          <a:pt x="3689284" y="0"/>
                        </a:cubicBezTo>
                        <a:cubicBezTo>
                          <a:pt x="3803153" y="-23112"/>
                          <a:pt x="4136397" y="90254"/>
                          <a:pt x="4522348" y="0"/>
                        </a:cubicBezTo>
                        <a:cubicBezTo>
                          <a:pt x="4908299" y="-90254"/>
                          <a:pt x="5152834" y="83380"/>
                          <a:pt x="5355413" y="0"/>
                        </a:cubicBezTo>
                        <a:cubicBezTo>
                          <a:pt x="5557992" y="-83380"/>
                          <a:pt x="5794929" y="52432"/>
                          <a:pt x="5950459" y="0"/>
                        </a:cubicBezTo>
                        <a:cubicBezTo>
                          <a:pt x="6105989" y="-52432"/>
                          <a:pt x="6554819" y="23660"/>
                          <a:pt x="6783523" y="0"/>
                        </a:cubicBezTo>
                        <a:cubicBezTo>
                          <a:pt x="7012227" y="-23660"/>
                          <a:pt x="7161139" y="35289"/>
                          <a:pt x="7259559" y="0"/>
                        </a:cubicBezTo>
                        <a:cubicBezTo>
                          <a:pt x="7357979" y="-35289"/>
                          <a:pt x="7513593" y="26788"/>
                          <a:pt x="7735596" y="0"/>
                        </a:cubicBezTo>
                        <a:cubicBezTo>
                          <a:pt x="7957599" y="-26788"/>
                          <a:pt x="8093213" y="38812"/>
                          <a:pt x="8449651" y="0"/>
                        </a:cubicBezTo>
                        <a:cubicBezTo>
                          <a:pt x="8806089" y="-38812"/>
                          <a:pt x="8702562" y="12998"/>
                          <a:pt x="8925688" y="0"/>
                        </a:cubicBezTo>
                        <a:cubicBezTo>
                          <a:pt x="9148814" y="-12998"/>
                          <a:pt x="9487755" y="97643"/>
                          <a:pt x="9758752" y="0"/>
                        </a:cubicBezTo>
                        <a:cubicBezTo>
                          <a:pt x="10029749" y="-97643"/>
                          <a:pt x="10205548" y="97972"/>
                          <a:pt x="10591816" y="0"/>
                        </a:cubicBezTo>
                        <a:cubicBezTo>
                          <a:pt x="10978084" y="-97972"/>
                          <a:pt x="10972415" y="4333"/>
                          <a:pt x="11186862" y="0"/>
                        </a:cubicBezTo>
                        <a:cubicBezTo>
                          <a:pt x="11401309" y="-4333"/>
                          <a:pt x="11610116" y="28820"/>
                          <a:pt x="11900917" y="0"/>
                        </a:cubicBezTo>
                        <a:cubicBezTo>
                          <a:pt x="11923939" y="141937"/>
                          <a:pt x="11870646" y="224975"/>
                          <a:pt x="11900917" y="396775"/>
                        </a:cubicBezTo>
                        <a:cubicBezTo>
                          <a:pt x="11931188" y="568575"/>
                          <a:pt x="11869764" y="666634"/>
                          <a:pt x="11900917" y="858692"/>
                        </a:cubicBezTo>
                        <a:cubicBezTo>
                          <a:pt x="11932070" y="1050750"/>
                          <a:pt x="11879830" y="1200799"/>
                          <a:pt x="11900917" y="1516036"/>
                        </a:cubicBezTo>
                        <a:cubicBezTo>
                          <a:pt x="11922004" y="1831273"/>
                          <a:pt x="11880805" y="1928720"/>
                          <a:pt x="11900917" y="2043095"/>
                        </a:cubicBezTo>
                        <a:cubicBezTo>
                          <a:pt x="11921029" y="2157470"/>
                          <a:pt x="11890717" y="2376673"/>
                          <a:pt x="11900917" y="2505013"/>
                        </a:cubicBezTo>
                        <a:cubicBezTo>
                          <a:pt x="11911117" y="2633353"/>
                          <a:pt x="11841283" y="2908915"/>
                          <a:pt x="11900917" y="3162356"/>
                        </a:cubicBezTo>
                        <a:cubicBezTo>
                          <a:pt x="11960551" y="3415797"/>
                          <a:pt x="11868803" y="3562257"/>
                          <a:pt x="11900917" y="3754558"/>
                        </a:cubicBezTo>
                        <a:cubicBezTo>
                          <a:pt x="11933031" y="3946859"/>
                          <a:pt x="11897798" y="4176796"/>
                          <a:pt x="11900917" y="4346759"/>
                        </a:cubicBezTo>
                        <a:cubicBezTo>
                          <a:pt x="11904036" y="4516722"/>
                          <a:pt x="11873351" y="4727109"/>
                          <a:pt x="11900917" y="5069245"/>
                        </a:cubicBezTo>
                        <a:cubicBezTo>
                          <a:pt x="11928483" y="5411381"/>
                          <a:pt x="11892383" y="5576496"/>
                          <a:pt x="11900917" y="5726589"/>
                        </a:cubicBezTo>
                        <a:cubicBezTo>
                          <a:pt x="11909451" y="5876682"/>
                          <a:pt x="11886121" y="6166463"/>
                          <a:pt x="11900917" y="6514217"/>
                        </a:cubicBezTo>
                        <a:cubicBezTo>
                          <a:pt x="11792006" y="6525969"/>
                          <a:pt x="11543793" y="6503439"/>
                          <a:pt x="11424880" y="6514217"/>
                        </a:cubicBezTo>
                        <a:cubicBezTo>
                          <a:pt x="11305967" y="6524995"/>
                          <a:pt x="11236658" y="6510181"/>
                          <a:pt x="11186862" y="6514217"/>
                        </a:cubicBezTo>
                        <a:cubicBezTo>
                          <a:pt x="11137066" y="6518253"/>
                          <a:pt x="10770881" y="6481074"/>
                          <a:pt x="10472807" y="6514217"/>
                        </a:cubicBezTo>
                        <a:cubicBezTo>
                          <a:pt x="10174733" y="6547360"/>
                          <a:pt x="10282735" y="6473421"/>
                          <a:pt x="10115779" y="6514217"/>
                        </a:cubicBezTo>
                        <a:cubicBezTo>
                          <a:pt x="9948823" y="6555013"/>
                          <a:pt x="9946095" y="6489509"/>
                          <a:pt x="9877761" y="6514217"/>
                        </a:cubicBezTo>
                        <a:cubicBezTo>
                          <a:pt x="9809427" y="6538925"/>
                          <a:pt x="9616966" y="6500614"/>
                          <a:pt x="9520734" y="6514217"/>
                        </a:cubicBezTo>
                        <a:cubicBezTo>
                          <a:pt x="9424502" y="6527820"/>
                          <a:pt x="9042413" y="6442163"/>
                          <a:pt x="8806679" y="6514217"/>
                        </a:cubicBezTo>
                        <a:cubicBezTo>
                          <a:pt x="8570945" y="6586271"/>
                          <a:pt x="8527969" y="6506521"/>
                          <a:pt x="8449651" y="6514217"/>
                        </a:cubicBezTo>
                        <a:cubicBezTo>
                          <a:pt x="8371333" y="6521913"/>
                          <a:pt x="8262355" y="6506157"/>
                          <a:pt x="8211633" y="6514217"/>
                        </a:cubicBezTo>
                        <a:cubicBezTo>
                          <a:pt x="8160911" y="6522277"/>
                          <a:pt x="7984409" y="6501490"/>
                          <a:pt x="7854605" y="6514217"/>
                        </a:cubicBezTo>
                        <a:cubicBezTo>
                          <a:pt x="7724801" y="6526944"/>
                          <a:pt x="7531595" y="6474088"/>
                          <a:pt x="7378569" y="6514217"/>
                        </a:cubicBezTo>
                        <a:cubicBezTo>
                          <a:pt x="7225543" y="6554346"/>
                          <a:pt x="6974551" y="6451499"/>
                          <a:pt x="6783523" y="6514217"/>
                        </a:cubicBezTo>
                        <a:cubicBezTo>
                          <a:pt x="6592495" y="6576935"/>
                          <a:pt x="6518174" y="6495498"/>
                          <a:pt x="6426495" y="6514217"/>
                        </a:cubicBezTo>
                        <a:cubicBezTo>
                          <a:pt x="6334816" y="6532936"/>
                          <a:pt x="5810775" y="6436906"/>
                          <a:pt x="5593431" y="6514217"/>
                        </a:cubicBezTo>
                        <a:cubicBezTo>
                          <a:pt x="5376087" y="6591528"/>
                          <a:pt x="5180867" y="6497108"/>
                          <a:pt x="4998385" y="6514217"/>
                        </a:cubicBezTo>
                        <a:cubicBezTo>
                          <a:pt x="4815903" y="6531326"/>
                          <a:pt x="4466290" y="6481510"/>
                          <a:pt x="4165321" y="6514217"/>
                        </a:cubicBezTo>
                        <a:cubicBezTo>
                          <a:pt x="3864352" y="6546924"/>
                          <a:pt x="3675306" y="6444849"/>
                          <a:pt x="3451266" y="6514217"/>
                        </a:cubicBezTo>
                        <a:cubicBezTo>
                          <a:pt x="3227226" y="6583585"/>
                          <a:pt x="3190073" y="6462310"/>
                          <a:pt x="2975229" y="6514217"/>
                        </a:cubicBezTo>
                        <a:cubicBezTo>
                          <a:pt x="2760385" y="6566124"/>
                          <a:pt x="2513226" y="6483188"/>
                          <a:pt x="2261174" y="6514217"/>
                        </a:cubicBezTo>
                        <a:cubicBezTo>
                          <a:pt x="2009122" y="6545246"/>
                          <a:pt x="2050698" y="6495859"/>
                          <a:pt x="1904147" y="6514217"/>
                        </a:cubicBezTo>
                        <a:cubicBezTo>
                          <a:pt x="1757596" y="6532575"/>
                          <a:pt x="1463393" y="6471857"/>
                          <a:pt x="1309101" y="6514217"/>
                        </a:cubicBezTo>
                        <a:cubicBezTo>
                          <a:pt x="1154809" y="6556577"/>
                          <a:pt x="1128690" y="6512160"/>
                          <a:pt x="1071083" y="6514217"/>
                        </a:cubicBezTo>
                        <a:cubicBezTo>
                          <a:pt x="1013476" y="6516274"/>
                          <a:pt x="444670" y="6395740"/>
                          <a:pt x="0" y="6514217"/>
                        </a:cubicBezTo>
                        <a:cubicBezTo>
                          <a:pt x="-58835" y="6316695"/>
                          <a:pt x="14857" y="6209747"/>
                          <a:pt x="0" y="5922015"/>
                        </a:cubicBezTo>
                        <a:cubicBezTo>
                          <a:pt x="-14857" y="5634283"/>
                          <a:pt x="5571" y="5570356"/>
                          <a:pt x="0" y="5264672"/>
                        </a:cubicBezTo>
                        <a:cubicBezTo>
                          <a:pt x="-5571" y="4958988"/>
                          <a:pt x="33153" y="4816079"/>
                          <a:pt x="0" y="4607328"/>
                        </a:cubicBezTo>
                        <a:cubicBezTo>
                          <a:pt x="-33153" y="4398577"/>
                          <a:pt x="8946" y="4325624"/>
                          <a:pt x="0" y="4145411"/>
                        </a:cubicBezTo>
                        <a:cubicBezTo>
                          <a:pt x="-8946" y="3965198"/>
                          <a:pt x="71099" y="3758027"/>
                          <a:pt x="0" y="3422925"/>
                        </a:cubicBezTo>
                        <a:cubicBezTo>
                          <a:pt x="-71099" y="3087823"/>
                          <a:pt x="12336" y="2993946"/>
                          <a:pt x="0" y="2830723"/>
                        </a:cubicBezTo>
                        <a:cubicBezTo>
                          <a:pt x="-12336" y="2667500"/>
                          <a:pt x="20373" y="2607200"/>
                          <a:pt x="0" y="2433948"/>
                        </a:cubicBezTo>
                        <a:cubicBezTo>
                          <a:pt x="-20373" y="2260697"/>
                          <a:pt x="37889" y="2113357"/>
                          <a:pt x="0" y="1841747"/>
                        </a:cubicBezTo>
                        <a:cubicBezTo>
                          <a:pt x="-37889" y="1570137"/>
                          <a:pt x="15440" y="1544143"/>
                          <a:pt x="0" y="1314687"/>
                        </a:cubicBezTo>
                        <a:cubicBezTo>
                          <a:pt x="-15440" y="1085231"/>
                          <a:pt x="906" y="976499"/>
                          <a:pt x="0" y="787628"/>
                        </a:cubicBezTo>
                        <a:cubicBezTo>
                          <a:pt x="-906" y="598757"/>
                          <a:pt x="29049" y="2391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RV</a:t>
            </a:r>
            <a:r>
              <a:rPr lang="zh-CN" altLang="en-US" sz="2000" b="1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架构适配过程报错信息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4E9DE8-2ADE-6AA1-7F83-112C48CF52E8}"/>
              </a:ext>
            </a:extLst>
          </p:cNvPr>
          <p:cNvSpPr txBox="1"/>
          <p:nvPr/>
        </p:nvSpPr>
        <p:spPr>
          <a:xfrm>
            <a:off x="0" y="1498470"/>
            <a:ext cx="70036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altLang="zh-CN" dirty="0">
                <a:latin typeface="Microsoft YaHei UI"/>
                <a:ea typeface="Microsoft YaHei UI"/>
              </a:rPr>
              <a:t>LA </a:t>
            </a:r>
            <a:r>
              <a:rPr lang="zh-CN" altLang="en-US" dirty="0">
                <a:latin typeface="Microsoft YaHei UI"/>
                <a:ea typeface="Microsoft YaHei UI"/>
              </a:rPr>
              <a:t>架构的</a:t>
            </a:r>
            <a:r>
              <a:rPr lang="en-US" altLang="zh-CN" dirty="0">
                <a:latin typeface="Microsoft YaHei UI"/>
                <a:ea typeface="Microsoft YaHei UI"/>
              </a:rPr>
              <a:t>QEMU</a:t>
            </a:r>
            <a:r>
              <a:rPr lang="zh-CN" altLang="en-US" dirty="0">
                <a:latin typeface="Microsoft YaHei UI"/>
                <a:ea typeface="Microsoft YaHei UI"/>
              </a:rPr>
              <a:t>启动过程中使用了</a:t>
            </a:r>
            <a:r>
              <a:rPr lang="en-US" altLang="zh-CN" dirty="0" err="1">
                <a:solidFill>
                  <a:srgbClr val="C00000"/>
                </a:solidFill>
                <a:latin typeface="Microsoft YaHei UI"/>
                <a:ea typeface="Microsoft YaHei UI"/>
              </a:rPr>
              <a:t>virtio</a:t>
            </a:r>
            <a:r>
              <a:rPr lang="en-US" altLang="zh-CN" dirty="0">
                <a:solidFill>
                  <a:srgbClr val="C00000"/>
                </a:solidFill>
                <a:latin typeface="Microsoft YaHei UI"/>
                <a:ea typeface="Microsoft YaHei UI"/>
              </a:rPr>
              <a:t>-net</a:t>
            </a:r>
            <a:r>
              <a:rPr lang="zh-CN" altLang="en-US" dirty="0">
                <a:latin typeface="Microsoft YaHei UI"/>
                <a:ea typeface="Microsoft YaHei UI"/>
              </a:rPr>
              <a:t>这一</a:t>
            </a:r>
            <a:r>
              <a:rPr lang="en-US" altLang="zh-CN" dirty="0">
                <a:latin typeface="Microsoft YaHei UI"/>
                <a:ea typeface="Microsoft YaHei UI"/>
              </a:rPr>
              <a:t>PCI</a:t>
            </a:r>
            <a:r>
              <a:rPr lang="zh-CN" altLang="en-US" dirty="0">
                <a:latin typeface="Microsoft YaHei UI"/>
                <a:ea typeface="Microsoft YaHei UI"/>
              </a:rPr>
              <a:t>设备</a:t>
            </a:r>
            <a:endParaRPr lang="zh-CN" altLang="en-US" dirty="0">
              <a:solidFill>
                <a:srgbClr val="FF0000"/>
              </a:solidFill>
              <a:latin typeface="Microsoft YaHei UI"/>
              <a:ea typeface="Microsoft YaHei UI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85EC61FE-A47B-6E79-C00B-5F4161B3E9D9}"/>
              </a:ext>
            </a:extLst>
          </p:cNvPr>
          <p:cNvSpPr/>
          <p:nvPr/>
        </p:nvSpPr>
        <p:spPr>
          <a:xfrm rot="5400000">
            <a:off x="113945" y="1177754"/>
            <a:ext cx="251528" cy="247535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E26FB34-0407-F2B9-D152-A991EE85294A}"/>
              </a:ext>
            </a:extLst>
          </p:cNvPr>
          <p:cNvSpPr txBox="1"/>
          <p:nvPr/>
        </p:nvSpPr>
        <p:spPr>
          <a:xfrm>
            <a:off x="363477" y="1097193"/>
            <a:ext cx="388876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000" b="1" dirty="0">
                <a:latin typeface="Microsoft YaHei UI"/>
                <a:ea typeface="Microsoft YaHei UI"/>
              </a:rPr>
              <a:t>为什么更新 </a:t>
            </a:r>
            <a:r>
              <a:rPr lang="en-US" altLang="zh-CN" sz="2000" b="1" dirty="0" err="1">
                <a:latin typeface="Microsoft YaHei UI"/>
                <a:ea typeface="Microsoft YaHei UI"/>
              </a:rPr>
              <a:t>virtio</a:t>
            </a:r>
            <a:r>
              <a:rPr lang="en-US" altLang="zh-CN" sz="2000" b="1" dirty="0">
                <a:latin typeface="Microsoft YaHei UI"/>
                <a:ea typeface="Microsoft YaHei UI"/>
              </a:rPr>
              <a:t>-drivers</a:t>
            </a:r>
            <a:r>
              <a:rPr lang="zh-CN" altLang="en-US" sz="2000" b="1" dirty="0">
                <a:latin typeface="Microsoft YaHei UI"/>
                <a:ea typeface="Microsoft YaHei UI"/>
              </a:rPr>
              <a:t>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B2B5A00-D52C-0B8D-80AA-65745D9CC39E}"/>
              </a:ext>
            </a:extLst>
          </p:cNvPr>
          <p:cNvSpPr/>
          <p:nvPr/>
        </p:nvSpPr>
        <p:spPr>
          <a:xfrm>
            <a:off x="115941" y="4809277"/>
            <a:ext cx="6337339" cy="1923926"/>
          </a:xfrm>
          <a:prstGeom prst="rect">
            <a:avLst/>
          </a:prstGeom>
          <a:noFill/>
          <a:ln w="25400" cmpd="sng"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900917"/>
                      <a:gd name="connsiteY0" fmla="*/ 0 h 6514217"/>
                      <a:gd name="connsiteX1" fmla="*/ 476037 w 11900917"/>
                      <a:gd name="connsiteY1" fmla="*/ 0 h 6514217"/>
                      <a:gd name="connsiteX2" fmla="*/ 714055 w 11900917"/>
                      <a:gd name="connsiteY2" fmla="*/ 0 h 6514217"/>
                      <a:gd name="connsiteX3" fmla="*/ 1547119 w 11900917"/>
                      <a:gd name="connsiteY3" fmla="*/ 0 h 6514217"/>
                      <a:gd name="connsiteX4" fmla="*/ 2023156 w 11900917"/>
                      <a:gd name="connsiteY4" fmla="*/ 0 h 6514217"/>
                      <a:gd name="connsiteX5" fmla="*/ 2499193 w 11900917"/>
                      <a:gd name="connsiteY5" fmla="*/ 0 h 6514217"/>
                      <a:gd name="connsiteX6" fmla="*/ 3332257 w 11900917"/>
                      <a:gd name="connsiteY6" fmla="*/ 0 h 6514217"/>
                      <a:gd name="connsiteX7" fmla="*/ 3689284 w 11900917"/>
                      <a:gd name="connsiteY7" fmla="*/ 0 h 6514217"/>
                      <a:gd name="connsiteX8" fmla="*/ 4522348 w 11900917"/>
                      <a:gd name="connsiteY8" fmla="*/ 0 h 6514217"/>
                      <a:gd name="connsiteX9" fmla="*/ 5355413 w 11900917"/>
                      <a:gd name="connsiteY9" fmla="*/ 0 h 6514217"/>
                      <a:gd name="connsiteX10" fmla="*/ 5950459 w 11900917"/>
                      <a:gd name="connsiteY10" fmla="*/ 0 h 6514217"/>
                      <a:gd name="connsiteX11" fmla="*/ 6783523 w 11900917"/>
                      <a:gd name="connsiteY11" fmla="*/ 0 h 6514217"/>
                      <a:gd name="connsiteX12" fmla="*/ 7259559 w 11900917"/>
                      <a:gd name="connsiteY12" fmla="*/ 0 h 6514217"/>
                      <a:gd name="connsiteX13" fmla="*/ 7735596 w 11900917"/>
                      <a:gd name="connsiteY13" fmla="*/ 0 h 6514217"/>
                      <a:gd name="connsiteX14" fmla="*/ 8449651 w 11900917"/>
                      <a:gd name="connsiteY14" fmla="*/ 0 h 6514217"/>
                      <a:gd name="connsiteX15" fmla="*/ 8925688 w 11900917"/>
                      <a:gd name="connsiteY15" fmla="*/ 0 h 6514217"/>
                      <a:gd name="connsiteX16" fmla="*/ 9758752 w 11900917"/>
                      <a:gd name="connsiteY16" fmla="*/ 0 h 6514217"/>
                      <a:gd name="connsiteX17" fmla="*/ 10591816 w 11900917"/>
                      <a:gd name="connsiteY17" fmla="*/ 0 h 6514217"/>
                      <a:gd name="connsiteX18" fmla="*/ 11186862 w 11900917"/>
                      <a:gd name="connsiteY18" fmla="*/ 0 h 6514217"/>
                      <a:gd name="connsiteX19" fmla="*/ 11900917 w 11900917"/>
                      <a:gd name="connsiteY19" fmla="*/ 0 h 6514217"/>
                      <a:gd name="connsiteX20" fmla="*/ 11900917 w 11900917"/>
                      <a:gd name="connsiteY20" fmla="*/ 396775 h 6514217"/>
                      <a:gd name="connsiteX21" fmla="*/ 11900917 w 11900917"/>
                      <a:gd name="connsiteY21" fmla="*/ 858692 h 6514217"/>
                      <a:gd name="connsiteX22" fmla="*/ 11900917 w 11900917"/>
                      <a:gd name="connsiteY22" fmla="*/ 1516036 h 6514217"/>
                      <a:gd name="connsiteX23" fmla="*/ 11900917 w 11900917"/>
                      <a:gd name="connsiteY23" fmla="*/ 2043095 h 6514217"/>
                      <a:gd name="connsiteX24" fmla="*/ 11900917 w 11900917"/>
                      <a:gd name="connsiteY24" fmla="*/ 2505013 h 6514217"/>
                      <a:gd name="connsiteX25" fmla="*/ 11900917 w 11900917"/>
                      <a:gd name="connsiteY25" fmla="*/ 3162356 h 6514217"/>
                      <a:gd name="connsiteX26" fmla="*/ 11900917 w 11900917"/>
                      <a:gd name="connsiteY26" fmla="*/ 3754558 h 6514217"/>
                      <a:gd name="connsiteX27" fmla="*/ 11900917 w 11900917"/>
                      <a:gd name="connsiteY27" fmla="*/ 4346759 h 6514217"/>
                      <a:gd name="connsiteX28" fmla="*/ 11900917 w 11900917"/>
                      <a:gd name="connsiteY28" fmla="*/ 5069245 h 6514217"/>
                      <a:gd name="connsiteX29" fmla="*/ 11900917 w 11900917"/>
                      <a:gd name="connsiteY29" fmla="*/ 5726589 h 6514217"/>
                      <a:gd name="connsiteX30" fmla="*/ 11900917 w 11900917"/>
                      <a:gd name="connsiteY30" fmla="*/ 6514217 h 6514217"/>
                      <a:gd name="connsiteX31" fmla="*/ 11424880 w 11900917"/>
                      <a:gd name="connsiteY31" fmla="*/ 6514217 h 6514217"/>
                      <a:gd name="connsiteX32" fmla="*/ 11186862 w 11900917"/>
                      <a:gd name="connsiteY32" fmla="*/ 6514217 h 6514217"/>
                      <a:gd name="connsiteX33" fmla="*/ 10472807 w 11900917"/>
                      <a:gd name="connsiteY33" fmla="*/ 6514217 h 6514217"/>
                      <a:gd name="connsiteX34" fmla="*/ 10115779 w 11900917"/>
                      <a:gd name="connsiteY34" fmla="*/ 6514217 h 6514217"/>
                      <a:gd name="connsiteX35" fmla="*/ 9877761 w 11900917"/>
                      <a:gd name="connsiteY35" fmla="*/ 6514217 h 6514217"/>
                      <a:gd name="connsiteX36" fmla="*/ 9520734 w 11900917"/>
                      <a:gd name="connsiteY36" fmla="*/ 6514217 h 6514217"/>
                      <a:gd name="connsiteX37" fmla="*/ 8806679 w 11900917"/>
                      <a:gd name="connsiteY37" fmla="*/ 6514217 h 6514217"/>
                      <a:gd name="connsiteX38" fmla="*/ 8449651 w 11900917"/>
                      <a:gd name="connsiteY38" fmla="*/ 6514217 h 6514217"/>
                      <a:gd name="connsiteX39" fmla="*/ 8211633 w 11900917"/>
                      <a:gd name="connsiteY39" fmla="*/ 6514217 h 6514217"/>
                      <a:gd name="connsiteX40" fmla="*/ 7854605 w 11900917"/>
                      <a:gd name="connsiteY40" fmla="*/ 6514217 h 6514217"/>
                      <a:gd name="connsiteX41" fmla="*/ 7378569 w 11900917"/>
                      <a:gd name="connsiteY41" fmla="*/ 6514217 h 6514217"/>
                      <a:gd name="connsiteX42" fmla="*/ 6783523 w 11900917"/>
                      <a:gd name="connsiteY42" fmla="*/ 6514217 h 6514217"/>
                      <a:gd name="connsiteX43" fmla="*/ 6426495 w 11900917"/>
                      <a:gd name="connsiteY43" fmla="*/ 6514217 h 6514217"/>
                      <a:gd name="connsiteX44" fmla="*/ 5593431 w 11900917"/>
                      <a:gd name="connsiteY44" fmla="*/ 6514217 h 6514217"/>
                      <a:gd name="connsiteX45" fmla="*/ 4998385 w 11900917"/>
                      <a:gd name="connsiteY45" fmla="*/ 6514217 h 6514217"/>
                      <a:gd name="connsiteX46" fmla="*/ 4165321 w 11900917"/>
                      <a:gd name="connsiteY46" fmla="*/ 6514217 h 6514217"/>
                      <a:gd name="connsiteX47" fmla="*/ 3451266 w 11900917"/>
                      <a:gd name="connsiteY47" fmla="*/ 6514217 h 6514217"/>
                      <a:gd name="connsiteX48" fmla="*/ 2975229 w 11900917"/>
                      <a:gd name="connsiteY48" fmla="*/ 6514217 h 6514217"/>
                      <a:gd name="connsiteX49" fmla="*/ 2261174 w 11900917"/>
                      <a:gd name="connsiteY49" fmla="*/ 6514217 h 6514217"/>
                      <a:gd name="connsiteX50" fmla="*/ 1904147 w 11900917"/>
                      <a:gd name="connsiteY50" fmla="*/ 6514217 h 6514217"/>
                      <a:gd name="connsiteX51" fmla="*/ 1309101 w 11900917"/>
                      <a:gd name="connsiteY51" fmla="*/ 6514217 h 6514217"/>
                      <a:gd name="connsiteX52" fmla="*/ 1071083 w 11900917"/>
                      <a:gd name="connsiteY52" fmla="*/ 6514217 h 6514217"/>
                      <a:gd name="connsiteX53" fmla="*/ 0 w 11900917"/>
                      <a:gd name="connsiteY53" fmla="*/ 6514217 h 6514217"/>
                      <a:gd name="connsiteX54" fmla="*/ 0 w 11900917"/>
                      <a:gd name="connsiteY54" fmla="*/ 5922015 h 6514217"/>
                      <a:gd name="connsiteX55" fmla="*/ 0 w 11900917"/>
                      <a:gd name="connsiteY55" fmla="*/ 5264672 h 6514217"/>
                      <a:gd name="connsiteX56" fmla="*/ 0 w 11900917"/>
                      <a:gd name="connsiteY56" fmla="*/ 4607328 h 6514217"/>
                      <a:gd name="connsiteX57" fmla="*/ 0 w 11900917"/>
                      <a:gd name="connsiteY57" fmla="*/ 4145411 h 6514217"/>
                      <a:gd name="connsiteX58" fmla="*/ 0 w 11900917"/>
                      <a:gd name="connsiteY58" fmla="*/ 3422925 h 6514217"/>
                      <a:gd name="connsiteX59" fmla="*/ 0 w 11900917"/>
                      <a:gd name="connsiteY59" fmla="*/ 2830723 h 6514217"/>
                      <a:gd name="connsiteX60" fmla="*/ 0 w 11900917"/>
                      <a:gd name="connsiteY60" fmla="*/ 2433948 h 6514217"/>
                      <a:gd name="connsiteX61" fmla="*/ 0 w 11900917"/>
                      <a:gd name="connsiteY61" fmla="*/ 1841747 h 6514217"/>
                      <a:gd name="connsiteX62" fmla="*/ 0 w 11900917"/>
                      <a:gd name="connsiteY62" fmla="*/ 1314687 h 6514217"/>
                      <a:gd name="connsiteX63" fmla="*/ 0 w 11900917"/>
                      <a:gd name="connsiteY63" fmla="*/ 787628 h 6514217"/>
                      <a:gd name="connsiteX64" fmla="*/ 0 w 11900917"/>
                      <a:gd name="connsiteY64" fmla="*/ 0 h 6514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11900917" h="6514217" extrusionOk="0">
                        <a:moveTo>
                          <a:pt x="0" y="0"/>
                        </a:moveTo>
                        <a:cubicBezTo>
                          <a:pt x="237347" y="-25440"/>
                          <a:pt x="380125" y="19026"/>
                          <a:pt x="476037" y="0"/>
                        </a:cubicBezTo>
                        <a:cubicBezTo>
                          <a:pt x="571949" y="-19026"/>
                          <a:pt x="595303" y="8080"/>
                          <a:pt x="714055" y="0"/>
                        </a:cubicBezTo>
                        <a:cubicBezTo>
                          <a:pt x="832807" y="-8080"/>
                          <a:pt x="1334682" y="58008"/>
                          <a:pt x="1547119" y="0"/>
                        </a:cubicBezTo>
                        <a:cubicBezTo>
                          <a:pt x="1759556" y="-58008"/>
                          <a:pt x="1920909" y="7543"/>
                          <a:pt x="2023156" y="0"/>
                        </a:cubicBezTo>
                        <a:cubicBezTo>
                          <a:pt x="2125403" y="-7543"/>
                          <a:pt x="2389367" y="42848"/>
                          <a:pt x="2499193" y="0"/>
                        </a:cubicBezTo>
                        <a:cubicBezTo>
                          <a:pt x="2609019" y="-42848"/>
                          <a:pt x="3062924" y="1682"/>
                          <a:pt x="3332257" y="0"/>
                        </a:cubicBezTo>
                        <a:cubicBezTo>
                          <a:pt x="3601590" y="-1682"/>
                          <a:pt x="3575415" y="23112"/>
                          <a:pt x="3689284" y="0"/>
                        </a:cubicBezTo>
                        <a:cubicBezTo>
                          <a:pt x="3803153" y="-23112"/>
                          <a:pt x="4136397" y="90254"/>
                          <a:pt x="4522348" y="0"/>
                        </a:cubicBezTo>
                        <a:cubicBezTo>
                          <a:pt x="4908299" y="-90254"/>
                          <a:pt x="5152834" y="83380"/>
                          <a:pt x="5355413" y="0"/>
                        </a:cubicBezTo>
                        <a:cubicBezTo>
                          <a:pt x="5557992" y="-83380"/>
                          <a:pt x="5794929" y="52432"/>
                          <a:pt x="5950459" y="0"/>
                        </a:cubicBezTo>
                        <a:cubicBezTo>
                          <a:pt x="6105989" y="-52432"/>
                          <a:pt x="6554819" y="23660"/>
                          <a:pt x="6783523" y="0"/>
                        </a:cubicBezTo>
                        <a:cubicBezTo>
                          <a:pt x="7012227" y="-23660"/>
                          <a:pt x="7161139" y="35289"/>
                          <a:pt x="7259559" y="0"/>
                        </a:cubicBezTo>
                        <a:cubicBezTo>
                          <a:pt x="7357979" y="-35289"/>
                          <a:pt x="7513593" y="26788"/>
                          <a:pt x="7735596" y="0"/>
                        </a:cubicBezTo>
                        <a:cubicBezTo>
                          <a:pt x="7957599" y="-26788"/>
                          <a:pt x="8093213" y="38812"/>
                          <a:pt x="8449651" y="0"/>
                        </a:cubicBezTo>
                        <a:cubicBezTo>
                          <a:pt x="8806089" y="-38812"/>
                          <a:pt x="8702562" y="12998"/>
                          <a:pt x="8925688" y="0"/>
                        </a:cubicBezTo>
                        <a:cubicBezTo>
                          <a:pt x="9148814" y="-12998"/>
                          <a:pt x="9487755" y="97643"/>
                          <a:pt x="9758752" y="0"/>
                        </a:cubicBezTo>
                        <a:cubicBezTo>
                          <a:pt x="10029749" y="-97643"/>
                          <a:pt x="10205548" y="97972"/>
                          <a:pt x="10591816" y="0"/>
                        </a:cubicBezTo>
                        <a:cubicBezTo>
                          <a:pt x="10978084" y="-97972"/>
                          <a:pt x="10972415" y="4333"/>
                          <a:pt x="11186862" y="0"/>
                        </a:cubicBezTo>
                        <a:cubicBezTo>
                          <a:pt x="11401309" y="-4333"/>
                          <a:pt x="11610116" y="28820"/>
                          <a:pt x="11900917" y="0"/>
                        </a:cubicBezTo>
                        <a:cubicBezTo>
                          <a:pt x="11923939" y="141937"/>
                          <a:pt x="11870646" y="224975"/>
                          <a:pt x="11900917" y="396775"/>
                        </a:cubicBezTo>
                        <a:cubicBezTo>
                          <a:pt x="11931188" y="568575"/>
                          <a:pt x="11869764" y="666634"/>
                          <a:pt x="11900917" y="858692"/>
                        </a:cubicBezTo>
                        <a:cubicBezTo>
                          <a:pt x="11932070" y="1050750"/>
                          <a:pt x="11879830" y="1200799"/>
                          <a:pt x="11900917" y="1516036"/>
                        </a:cubicBezTo>
                        <a:cubicBezTo>
                          <a:pt x="11922004" y="1831273"/>
                          <a:pt x="11880805" y="1928720"/>
                          <a:pt x="11900917" y="2043095"/>
                        </a:cubicBezTo>
                        <a:cubicBezTo>
                          <a:pt x="11921029" y="2157470"/>
                          <a:pt x="11890717" y="2376673"/>
                          <a:pt x="11900917" y="2505013"/>
                        </a:cubicBezTo>
                        <a:cubicBezTo>
                          <a:pt x="11911117" y="2633353"/>
                          <a:pt x="11841283" y="2908915"/>
                          <a:pt x="11900917" y="3162356"/>
                        </a:cubicBezTo>
                        <a:cubicBezTo>
                          <a:pt x="11960551" y="3415797"/>
                          <a:pt x="11868803" y="3562257"/>
                          <a:pt x="11900917" y="3754558"/>
                        </a:cubicBezTo>
                        <a:cubicBezTo>
                          <a:pt x="11933031" y="3946859"/>
                          <a:pt x="11897798" y="4176796"/>
                          <a:pt x="11900917" y="4346759"/>
                        </a:cubicBezTo>
                        <a:cubicBezTo>
                          <a:pt x="11904036" y="4516722"/>
                          <a:pt x="11873351" y="4727109"/>
                          <a:pt x="11900917" y="5069245"/>
                        </a:cubicBezTo>
                        <a:cubicBezTo>
                          <a:pt x="11928483" y="5411381"/>
                          <a:pt x="11892383" y="5576496"/>
                          <a:pt x="11900917" y="5726589"/>
                        </a:cubicBezTo>
                        <a:cubicBezTo>
                          <a:pt x="11909451" y="5876682"/>
                          <a:pt x="11886121" y="6166463"/>
                          <a:pt x="11900917" y="6514217"/>
                        </a:cubicBezTo>
                        <a:cubicBezTo>
                          <a:pt x="11792006" y="6525969"/>
                          <a:pt x="11543793" y="6503439"/>
                          <a:pt x="11424880" y="6514217"/>
                        </a:cubicBezTo>
                        <a:cubicBezTo>
                          <a:pt x="11305967" y="6524995"/>
                          <a:pt x="11236658" y="6510181"/>
                          <a:pt x="11186862" y="6514217"/>
                        </a:cubicBezTo>
                        <a:cubicBezTo>
                          <a:pt x="11137066" y="6518253"/>
                          <a:pt x="10770881" y="6481074"/>
                          <a:pt x="10472807" y="6514217"/>
                        </a:cubicBezTo>
                        <a:cubicBezTo>
                          <a:pt x="10174733" y="6547360"/>
                          <a:pt x="10282735" y="6473421"/>
                          <a:pt x="10115779" y="6514217"/>
                        </a:cubicBezTo>
                        <a:cubicBezTo>
                          <a:pt x="9948823" y="6555013"/>
                          <a:pt x="9946095" y="6489509"/>
                          <a:pt x="9877761" y="6514217"/>
                        </a:cubicBezTo>
                        <a:cubicBezTo>
                          <a:pt x="9809427" y="6538925"/>
                          <a:pt x="9616966" y="6500614"/>
                          <a:pt x="9520734" y="6514217"/>
                        </a:cubicBezTo>
                        <a:cubicBezTo>
                          <a:pt x="9424502" y="6527820"/>
                          <a:pt x="9042413" y="6442163"/>
                          <a:pt x="8806679" y="6514217"/>
                        </a:cubicBezTo>
                        <a:cubicBezTo>
                          <a:pt x="8570945" y="6586271"/>
                          <a:pt x="8527969" y="6506521"/>
                          <a:pt x="8449651" y="6514217"/>
                        </a:cubicBezTo>
                        <a:cubicBezTo>
                          <a:pt x="8371333" y="6521913"/>
                          <a:pt x="8262355" y="6506157"/>
                          <a:pt x="8211633" y="6514217"/>
                        </a:cubicBezTo>
                        <a:cubicBezTo>
                          <a:pt x="8160911" y="6522277"/>
                          <a:pt x="7984409" y="6501490"/>
                          <a:pt x="7854605" y="6514217"/>
                        </a:cubicBezTo>
                        <a:cubicBezTo>
                          <a:pt x="7724801" y="6526944"/>
                          <a:pt x="7531595" y="6474088"/>
                          <a:pt x="7378569" y="6514217"/>
                        </a:cubicBezTo>
                        <a:cubicBezTo>
                          <a:pt x="7225543" y="6554346"/>
                          <a:pt x="6974551" y="6451499"/>
                          <a:pt x="6783523" y="6514217"/>
                        </a:cubicBezTo>
                        <a:cubicBezTo>
                          <a:pt x="6592495" y="6576935"/>
                          <a:pt x="6518174" y="6495498"/>
                          <a:pt x="6426495" y="6514217"/>
                        </a:cubicBezTo>
                        <a:cubicBezTo>
                          <a:pt x="6334816" y="6532936"/>
                          <a:pt x="5810775" y="6436906"/>
                          <a:pt x="5593431" y="6514217"/>
                        </a:cubicBezTo>
                        <a:cubicBezTo>
                          <a:pt x="5376087" y="6591528"/>
                          <a:pt x="5180867" y="6497108"/>
                          <a:pt x="4998385" y="6514217"/>
                        </a:cubicBezTo>
                        <a:cubicBezTo>
                          <a:pt x="4815903" y="6531326"/>
                          <a:pt x="4466290" y="6481510"/>
                          <a:pt x="4165321" y="6514217"/>
                        </a:cubicBezTo>
                        <a:cubicBezTo>
                          <a:pt x="3864352" y="6546924"/>
                          <a:pt x="3675306" y="6444849"/>
                          <a:pt x="3451266" y="6514217"/>
                        </a:cubicBezTo>
                        <a:cubicBezTo>
                          <a:pt x="3227226" y="6583585"/>
                          <a:pt x="3190073" y="6462310"/>
                          <a:pt x="2975229" y="6514217"/>
                        </a:cubicBezTo>
                        <a:cubicBezTo>
                          <a:pt x="2760385" y="6566124"/>
                          <a:pt x="2513226" y="6483188"/>
                          <a:pt x="2261174" y="6514217"/>
                        </a:cubicBezTo>
                        <a:cubicBezTo>
                          <a:pt x="2009122" y="6545246"/>
                          <a:pt x="2050698" y="6495859"/>
                          <a:pt x="1904147" y="6514217"/>
                        </a:cubicBezTo>
                        <a:cubicBezTo>
                          <a:pt x="1757596" y="6532575"/>
                          <a:pt x="1463393" y="6471857"/>
                          <a:pt x="1309101" y="6514217"/>
                        </a:cubicBezTo>
                        <a:cubicBezTo>
                          <a:pt x="1154809" y="6556577"/>
                          <a:pt x="1128690" y="6512160"/>
                          <a:pt x="1071083" y="6514217"/>
                        </a:cubicBezTo>
                        <a:cubicBezTo>
                          <a:pt x="1013476" y="6516274"/>
                          <a:pt x="444670" y="6395740"/>
                          <a:pt x="0" y="6514217"/>
                        </a:cubicBezTo>
                        <a:cubicBezTo>
                          <a:pt x="-58835" y="6316695"/>
                          <a:pt x="14857" y="6209747"/>
                          <a:pt x="0" y="5922015"/>
                        </a:cubicBezTo>
                        <a:cubicBezTo>
                          <a:pt x="-14857" y="5634283"/>
                          <a:pt x="5571" y="5570356"/>
                          <a:pt x="0" y="5264672"/>
                        </a:cubicBezTo>
                        <a:cubicBezTo>
                          <a:pt x="-5571" y="4958988"/>
                          <a:pt x="33153" y="4816079"/>
                          <a:pt x="0" y="4607328"/>
                        </a:cubicBezTo>
                        <a:cubicBezTo>
                          <a:pt x="-33153" y="4398577"/>
                          <a:pt x="8946" y="4325624"/>
                          <a:pt x="0" y="4145411"/>
                        </a:cubicBezTo>
                        <a:cubicBezTo>
                          <a:pt x="-8946" y="3965198"/>
                          <a:pt x="71099" y="3758027"/>
                          <a:pt x="0" y="3422925"/>
                        </a:cubicBezTo>
                        <a:cubicBezTo>
                          <a:pt x="-71099" y="3087823"/>
                          <a:pt x="12336" y="2993946"/>
                          <a:pt x="0" y="2830723"/>
                        </a:cubicBezTo>
                        <a:cubicBezTo>
                          <a:pt x="-12336" y="2667500"/>
                          <a:pt x="20373" y="2607200"/>
                          <a:pt x="0" y="2433948"/>
                        </a:cubicBezTo>
                        <a:cubicBezTo>
                          <a:pt x="-20373" y="2260697"/>
                          <a:pt x="37889" y="2113357"/>
                          <a:pt x="0" y="1841747"/>
                        </a:cubicBezTo>
                        <a:cubicBezTo>
                          <a:pt x="-37889" y="1570137"/>
                          <a:pt x="15440" y="1544143"/>
                          <a:pt x="0" y="1314687"/>
                        </a:cubicBezTo>
                        <a:cubicBezTo>
                          <a:pt x="-15440" y="1085231"/>
                          <a:pt x="906" y="976499"/>
                          <a:pt x="0" y="787628"/>
                        </a:cubicBezTo>
                        <a:cubicBezTo>
                          <a:pt x="-906" y="598757"/>
                          <a:pt x="29049" y="2391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rgbClr val="002060"/>
              </a:solidFill>
              <a:latin typeface="微软雅黑"/>
              <a:ea typeface="微软雅黑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1C5788-BAA0-CCCA-187F-3E9846995C82}"/>
              </a:ext>
            </a:extLst>
          </p:cNvPr>
          <p:cNvSpPr/>
          <p:nvPr/>
        </p:nvSpPr>
        <p:spPr>
          <a:xfrm>
            <a:off x="140179" y="4871932"/>
            <a:ext cx="6288862" cy="4373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mpd="sng">
            <a:noFill/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900917"/>
                      <a:gd name="connsiteY0" fmla="*/ 0 h 6514217"/>
                      <a:gd name="connsiteX1" fmla="*/ 476037 w 11900917"/>
                      <a:gd name="connsiteY1" fmla="*/ 0 h 6514217"/>
                      <a:gd name="connsiteX2" fmla="*/ 714055 w 11900917"/>
                      <a:gd name="connsiteY2" fmla="*/ 0 h 6514217"/>
                      <a:gd name="connsiteX3" fmla="*/ 1547119 w 11900917"/>
                      <a:gd name="connsiteY3" fmla="*/ 0 h 6514217"/>
                      <a:gd name="connsiteX4" fmla="*/ 2023156 w 11900917"/>
                      <a:gd name="connsiteY4" fmla="*/ 0 h 6514217"/>
                      <a:gd name="connsiteX5" fmla="*/ 2499193 w 11900917"/>
                      <a:gd name="connsiteY5" fmla="*/ 0 h 6514217"/>
                      <a:gd name="connsiteX6" fmla="*/ 3332257 w 11900917"/>
                      <a:gd name="connsiteY6" fmla="*/ 0 h 6514217"/>
                      <a:gd name="connsiteX7" fmla="*/ 3689284 w 11900917"/>
                      <a:gd name="connsiteY7" fmla="*/ 0 h 6514217"/>
                      <a:gd name="connsiteX8" fmla="*/ 4522348 w 11900917"/>
                      <a:gd name="connsiteY8" fmla="*/ 0 h 6514217"/>
                      <a:gd name="connsiteX9" fmla="*/ 5355413 w 11900917"/>
                      <a:gd name="connsiteY9" fmla="*/ 0 h 6514217"/>
                      <a:gd name="connsiteX10" fmla="*/ 5950459 w 11900917"/>
                      <a:gd name="connsiteY10" fmla="*/ 0 h 6514217"/>
                      <a:gd name="connsiteX11" fmla="*/ 6783523 w 11900917"/>
                      <a:gd name="connsiteY11" fmla="*/ 0 h 6514217"/>
                      <a:gd name="connsiteX12" fmla="*/ 7259559 w 11900917"/>
                      <a:gd name="connsiteY12" fmla="*/ 0 h 6514217"/>
                      <a:gd name="connsiteX13" fmla="*/ 7735596 w 11900917"/>
                      <a:gd name="connsiteY13" fmla="*/ 0 h 6514217"/>
                      <a:gd name="connsiteX14" fmla="*/ 8449651 w 11900917"/>
                      <a:gd name="connsiteY14" fmla="*/ 0 h 6514217"/>
                      <a:gd name="connsiteX15" fmla="*/ 8925688 w 11900917"/>
                      <a:gd name="connsiteY15" fmla="*/ 0 h 6514217"/>
                      <a:gd name="connsiteX16" fmla="*/ 9758752 w 11900917"/>
                      <a:gd name="connsiteY16" fmla="*/ 0 h 6514217"/>
                      <a:gd name="connsiteX17" fmla="*/ 10591816 w 11900917"/>
                      <a:gd name="connsiteY17" fmla="*/ 0 h 6514217"/>
                      <a:gd name="connsiteX18" fmla="*/ 11186862 w 11900917"/>
                      <a:gd name="connsiteY18" fmla="*/ 0 h 6514217"/>
                      <a:gd name="connsiteX19" fmla="*/ 11900917 w 11900917"/>
                      <a:gd name="connsiteY19" fmla="*/ 0 h 6514217"/>
                      <a:gd name="connsiteX20" fmla="*/ 11900917 w 11900917"/>
                      <a:gd name="connsiteY20" fmla="*/ 396775 h 6514217"/>
                      <a:gd name="connsiteX21" fmla="*/ 11900917 w 11900917"/>
                      <a:gd name="connsiteY21" fmla="*/ 858692 h 6514217"/>
                      <a:gd name="connsiteX22" fmla="*/ 11900917 w 11900917"/>
                      <a:gd name="connsiteY22" fmla="*/ 1516036 h 6514217"/>
                      <a:gd name="connsiteX23" fmla="*/ 11900917 w 11900917"/>
                      <a:gd name="connsiteY23" fmla="*/ 2043095 h 6514217"/>
                      <a:gd name="connsiteX24" fmla="*/ 11900917 w 11900917"/>
                      <a:gd name="connsiteY24" fmla="*/ 2505013 h 6514217"/>
                      <a:gd name="connsiteX25" fmla="*/ 11900917 w 11900917"/>
                      <a:gd name="connsiteY25" fmla="*/ 3162356 h 6514217"/>
                      <a:gd name="connsiteX26" fmla="*/ 11900917 w 11900917"/>
                      <a:gd name="connsiteY26" fmla="*/ 3754558 h 6514217"/>
                      <a:gd name="connsiteX27" fmla="*/ 11900917 w 11900917"/>
                      <a:gd name="connsiteY27" fmla="*/ 4346759 h 6514217"/>
                      <a:gd name="connsiteX28" fmla="*/ 11900917 w 11900917"/>
                      <a:gd name="connsiteY28" fmla="*/ 5069245 h 6514217"/>
                      <a:gd name="connsiteX29" fmla="*/ 11900917 w 11900917"/>
                      <a:gd name="connsiteY29" fmla="*/ 5726589 h 6514217"/>
                      <a:gd name="connsiteX30" fmla="*/ 11900917 w 11900917"/>
                      <a:gd name="connsiteY30" fmla="*/ 6514217 h 6514217"/>
                      <a:gd name="connsiteX31" fmla="*/ 11424880 w 11900917"/>
                      <a:gd name="connsiteY31" fmla="*/ 6514217 h 6514217"/>
                      <a:gd name="connsiteX32" fmla="*/ 11186862 w 11900917"/>
                      <a:gd name="connsiteY32" fmla="*/ 6514217 h 6514217"/>
                      <a:gd name="connsiteX33" fmla="*/ 10472807 w 11900917"/>
                      <a:gd name="connsiteY33" fmla="*/ 6514217 h 6514217"/>
                      <a:gd name="connsiteX34" fmla="*/ 10115779 w 11900917"/>
                      <a:gd name="connsiteY34" fmla="*/ 6514217 h 6514217"/>
                      <a:gd name="connsiteX35" fmla="*/ 9877761 w 11900917"/>
                      <a:gd name="connsiteY35" fmla="*/ 6514217 h 6514217"/>
                      <a:gd name="connsiteX36" fmla="*/ 9520734 w 11900917"/>
                      <a:gd name="connsiteY36" fmla="*/ 6514217 h 6514217"/>
                      <a:gd name="connsiteX37" fmla="*/ 8806679 w 11900917"/>
                      <a:gd name="connsiteY37" fmla="*/ 6514217 h 6514217"/>
                      <a:gd name="connsiteX38" fmla="*/ 8449651 w 11900917"/>
                      <a:gd name="connsiteY38" fmla="*/ 6514217 h 6514217"/>
                      <a:gd name="connsiteX39" fmla="*/ 8211633 w 11900917"/>
                      <a:gd name="connsiteY39" fmla="*/ 6514217 h 6514217"/>
                      <a:gd name="connsiteX40" fmla="*/ 7854605 w 11900917"/>
                      <a:gd name="connsiteY40" fmla="*/ 6514217 h 6514217"/>
                      <a:gd name="connsiteX41" fmla="*/ 7378569 w 11900917"/>
                      <a:gd name="connsiteY41" fmla="*/ 6514217 h 6514217"/>
                      <a:gd name="connsiteX42" fmla="*/ 6783523 w 11900917"/>
                      <a:gd name="connsiteY42" fmla="*/ 6514217 h 6514217"/>
                      <a:gd name="connsiteX43" fmla="*/ 6426495 w 11900917"/>
                      <a:gd name="connsiteY43" fmla="*/ 6514217 h 6514217"/>
                      <a:gd name="connsiteX44" fmla="*/ 5593431 w 11900917"/>
                      <a:gd name="connsiteY44" fmla="*/ 6514217 h 6514217"/>
                      <a:gd name="connsiteX45" fmla="*/ 4998385 w 11900917"/>
                      <a:gd name="connsiteY45" fmla="*/ 6514217 h 6514217"/>
                      <a:gd name="connsiteX46" fmla="*/ 4165321 w 11900917"/>
                      <a:gd name="connsiteY46" fmla="*/ 6514217 h 6514217"/>
                      <a:gd name="connsiteX47" fmla="*/ 3451266 w 11900917"/>
                      <a:gd name="connsiteY47" fmla="*/ 6514217 h 6514217"/>
                      <a:gd name="connsiteX48" fmla="*/ 2975229 w 11900917"/>
                      <a:gd name="connsiteY48" fmla="*/ 6514217 h 6514217"/>
                      <a:gd name="connsiteX49" fmla="*/ 2261174 w 11900917"/>
                      <a:gd name="connsiteY49" fmla="*/ 6514217 h 6514217"/>
                      <a:gd name="connsiteX50" fmla="*/ 1904147 w 11900917"/>
                      <a:gd name="connsiteY50" fmla="*/ 6514217 h 6514217"/>
                      <a:gd name="connsiteX51" fmla="*/ 1309101 w 11900917"/>
                      <a:gd name="connsiteY51" fmla="*/ 6514217 h 6514217"/>
                      <a:gd name="connsiteX52" fmla="*/ 1071083 w 11900917"/>
                      <a:gd name="connsiteY52" fmla="*/ 6514217 h 6514217"/>
                      <a:gd name="connsiteX53" fmla="*/ 0 w 11900917"/>
                      <a:gd name="connsiteY53" fmla="*/ 6514217 h 6514217"/>
                      <a:gd name="connsiteX54" fmla="*/ 0 w 11900917"/>
                      <a:gd name="connsiteY54" fmla="*/ 5922015 h 6514217"/>
                      <a:gd name="connsiteX55" fmla="*/ 0 w 11900917"/>
                      <a:gd name="connsiteY55" fmla="*/ 5264672 h 6514217"/>
                      <a:gd name="connsiteX56" fmla="*/ 0 w 11900917"/>
                      <a:gd name="connsiteY56" fmla="*/ 4607328 h 6514217"/>
                      <a:gd name="connsiteX57" fmla="*/ 0 w 11900917"/>
                      <a:gd name="connsiteY57" fmla="*/ 4145411 h 6514217"/>
                      <a:gd name="connsiteX58" fmla="*/ 0 w 11900917"/>
                      <a:gd name="connsiteY58" fmla="*/ 3422925 h 6514217"/>
                      <a:gd name="connsiteX59" fmla="*/ 0 w 11900917"/>
                      <a:gd name="connsiteY59" fmla="*/ 2830723 h 6514217"/>
                      <a:gd name="connsiteX60" fmla="*/ 0 w 11900917"/>
                      <a:gd name="connsiteY60" fmla="*/ 2433948 h 6514217"/>
                      <a:gd name="connsiteX61" fmla="*/ 0 w 11900917"/>
                      <a:gd name="connsiteY61" fmla="*/ 1841747 h 6514217"/>
                      <a:gd name="connsiteX62" fmla="*/ 0 w 11900917"/>
                      <a:gd name="connsiteY62" fmla="*/ 1314687 h 6514217"/>
                      <a:gd name="connsiteX63" fmla="*/ 0 w 11900917"/>
                      <a:gd name="connsiteY63" fmla="*/ 787628 h 6514217"/>
                      <a:gd name="connsiteX64" fmla="*/ 0 w 11900917"/>
                      <a:gd name="connsiteY64" fmla="*/ 0 h 6514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11900917" h="6514217" extrusionOk="0">
                        <a:moveTo>
                          <a:pt x="0" y="0"/>
                        </a:moveTo>
                        <a:cubicBezTo>
                          <a:pt x="237347" y="-25440"/>
                          <a:pt x="380125" y="19026"/>
                          <a:pt x="476037" y="0"/>
                        </a:cubicBezTo>
                        <a:cubicBezTo>
                          <a:pt x="571949" y="-19026"/>
                          <a:pt x="595303" y="8080"/>
                          <a:pt x="714055" y="0"/>
                        </a:cubicBezTo>
                        <a:cubicBezTo>
                          <a:pt x="832807" y="-8080"/>
                          <a:pt x="1334682" y="58008"/>
                          <a:pt x="1547119" y="0"/>
                        </a:cubicBezTo>
                        <a:cubicBezTo>
                          <a:pt x="1759556" y="-58008"/>
                          <a:pt x="1920909" y="7543"/>
                          <a:pt x="2023156" y="0"/>
                        </a:cubicBezTo>
                        <a:cubicBezTo>
                          <a:pt x="2125403" y="-7543"/>
                          <a:pt x="2389367" y="42848"/>
                          <a:pt x="2499193" y="0"/>
                        </a:cubicBezTo>
                        <a:cubicBezTo>
                          <a:pt x="2609019" y="-42848"/>
                          <a:pt x="3062924" y="1682"/>
                          <a:pt x="3332257" y="0"/>
                        </a:cubicBezTo>
                        <a:cubicBezTo>
                          <a:pt x="3601590" y="-1682"/>
                          <a:pt x="3575415" y="23112"/>
                          <a:pt x="3689284" y="0"/>
                        </a:cubicBezTo>
                        <a:cubicBezTo>
                          <a:pt x="3803153" y="-23112"/>
                          <a:pt x="4136397" y="90254"/>
                          <a:pt x="4522348" y="0"/>
                        </a:cubicBezTo>
                        <a:cubicBezTo>
                          <a:pt x="4908299" y="-90254"/>
                          <a:pt x="5152834" y="83380"/>
                          <a:pt x="5355413" y="0"/>
                        </a:cubicBezTo>
                        <a:cubicBezTo>
                          <a:pt x="5557992" y="-83380"/>
                          <a:pt x="5794929" y="52432"/>
                          <a:pt x="5950459" y="0"/>
                        </a:cubicBezTo>
                        <a:cubicBezTo>
                          <a:pt x="6105989" y="-52432"/>
                          <a:pt x="6554819" y="23660"/>
                          <a:pt x="6783523" y="0"/>
                        </a:cubicBezTo>
                        <a:cubicBezTo>
                          <a:pt x="7012227" y="-23660"/>
                          <a:pt x="7161139" y="35289"/>
                          <a:pt x="7259559" y="0"/>
                        </a:cubicBezTo>
                        <a:cubicBezTo>
                          <a:pt x="7357979" y="-35289"/>
                          <a:pt x="7513593" y="26788"/>
                          <a:pt x="7735596" y="0"/>
                        </a:cubicBezTo>
                        <a:cubicBezTo>
                          <a:pt x="7957599" y="-26788"/>
                          <a:pt x="8093213" y="38812"/>
                          <a:pt x="8449651" y="0"/>
                        </a:cubicBezTo>
                        <a:cubicBezTo>
                          <a:pt x="8806089" y="-38812"/>
                          <a:pt x="8702562" y="12998"/>
                          <a:pt x="8925688" y="0"/>
                        </a:cubicBezTo>
                        <a:cubicBezTo>
                          <a:pt x="9148814" y="-12998"/>
                          <a:pt x="9487755" y="97643"/>
                          <a:pt x="9758752" y="0"/>
                        </a:cubicBezTo>
                        <a:cubicBezTo>
                          <a:pt x="10029749" y="-97643"/>
                          <a:pt x="10205548" y="97972"/>
                          <a:pt x="10591816" y="0"/>
                        </a:cubicBezTo>
                        <a:cubicBezTo>
                          <a:pt x="10978084" y="-97972"/>
                          <a:pt x="10972415" y="4333"/>
                          <a:pt x="11186862" y="0"/>
                        </a:cubicBezTo>
                        <a:cubicBezTo>
                          <a:pt x="11401309" y="-4333"/>
                          <a:pt x="11610116" y="28820"/>
                          <a:pt x="11900917" y="0"/>
                        </a:cubicBezTo>
                        <a:cubicBezTo>
                          <a:pt x="11923939" y="141937"/>
                          <a:pt x="11870646" y="224975"/>
                          <a:pt x="11900917" y="396775"/>
                        </a:cubicBezTo>
                        <a:cubicBezTo>
                          <a:pt x="11931188" y="568575"/>
                          <a:pt x="11869764" y="666634"/>
                          <a:pt x="11900917" y="858692"/>
                        </a:cubicBezTo>
                        <a:cubicBezTo>
                          <a:pt x="11932070" y="1050750"/>
                          <a:pt x="11879830" y="1200799"/>
                          <a:pt x="11900917" y="1516036"/>
                        </a:cubicBezTo>
                        <a:cubicBezTo>
                          <a:pt x="11922004" y="1831273"/>
                          <a:pt x="11880805" y="1928720"/>
                          <a:pt x="11900917" y="2043095"/>
                        </a:cubicBezTo>
                        <a:cubicBezTo>
                          <a:pt x="11921029" y="2157470"/>
                          <a:pt x="11890717" y="2376673"/>
                          <a:pt x="11900917" y="2505013"/>
                        </a:cubicBezTo>
                        <a:cubicBezTo>
                          <a:pt x="11911117" y="2633353"/>
                          <a:pt x="11841283" y="2908915"/>
                          <a:pt x="11900917" y="3162356"/>
                        </a:cubicBezTo>
                        <a:cubicBezTo>
                          <a:pt x="11960551" y="3415797"/>
                          <a:pt x="11868803" y="3562257"/>
                          <a:pt x="11900917" y="3754558"/>
                        </a:cubicBezTo>
                        <a:cubicBezTo>
                          <a:pt x="11933031" y="3946859"/>
                          <a:pt x="11897798" y="4176796"/>
                          <a:pt x="11900917" y="4346759"/>
                        </a:cubicBezTo>
                        <a:cubicBezTo>
                          <a:pt x="11904036" y="4516722"/>
                          <a:pt x="11873351" y="4727109"/>
                          <a:pt x="11900917" y="5069245"/>
                        </a:cubicBezTo>
                        <a:cubicBezTo>
                          <a:pt x="11928483" y="5411381"/>
                          <a:pt x="11892383" y="5576496"/>
                          <a:pt x="11900917" y="5726589"/>
                        </a:cubicBezTo>
                        <a:cubicBezTo>
                          <a:pt x="11909451" y="5876682"/>
                          <a:pt x="11886121" y="6166463"/>
                          <a:pt x="11900917" y="6514217"/>
                        </a:cubicBezTo>
                        <a:cubicBezTo>
                          <a:pt x="11792006" y="6525969"/>
                          <a:pt x="11543793" y="6503439"/>
                          <a:pt x="11424880" y="6514217"/>
                        </a:cubicBezTo>
                        <a:cubicBezTo>
                          <a:pt x="11305967" y="6524995"/>
                          <a:pt x="11236658" y="6510181"/>
                          <a:pt x="11186862" y="6514217"/>
                        </a:cubicBezTo>
                        <a:cubicBezTo>
                          <a:pt x="11137066" y="6518253"/>
                          <a:pt x="10770881" y="6481074"/>
                          <a:pt x="10472807" y="6514217"/>
                        </a:cubicBezTo>
                        <a:cubicBezTo>
                          <a:pt x="10174733" y="6547360"/>
                          <a:pt x="10282735" y="6473421"/>
                          <a:pt x="10115779" y="6514217"/>
                        </a:cubicBezTo>
                        <a:cubicBezTo>
                          <a:pt x="9948823" y="6555013"/>
                          <a:pt x="9946095" y="6489509"/>
                          <a:pt x="9877761" y="6514217"/>
                        </a:cubicBezTo>
                        <a:cubicBezTo>
                          <a:pt x="9809427" y="6538925"/>
                          <a:pt x="9616966" y="6500614"/>
                          <a:pt x="9520734" y="6514217"/>
                        </a:cubicBezTo>
                        <a:cubicBezTo>
                          <a:pt x="9424502" y="6527820"/>
                          <a:pt x="9042413" y="6442163"/>
                          <a:pt x="8806679" y="6514217"/>
                        </a:cubicBezTo>
                        <a:cubicBezTo>
                          <a:pt x="8570945" y="6586271"/>
                          <a:pt x="8527969" y="6506521"/>
                          <a:pt x="8449651" y="6514217"/>
                        </a:cubicBezTo>
                        <a:cubicBezTo>
                          <a:pt x="8371333" y="6521913"/>
                          <a:pt x="8262355" y="6506157"/>
                          <a:pt x="8211633" y="6514217"/>
                        </a:cubicBezTo>
                        <a:cubicBezTo>
                          <a:pt x="8160911" y="6522277"/>
                          <a:pt x="7984409" y="6501490"/>
                          <a:pt x="7854605" y="6514217"/>
                        </a:cubicBezTo>
                        <a:cubicBezTo>
                          <a:pt x="7724801" y="6526944"/>
                          <a:pt x="7531595" y="6474088"/>
                          <a:pt x="7378569" y="6514217"/>
                        </a:cubicBezTo>
                        <a:cubicBezTo>
                          <a:pt x="7225543" y="6554346"/>
                          <a:pt x="6974551" y="6451499"/>
                          <a:pt x="6783523" y="6514217"/>
                        </a:cubicBezTo>
                        <a:cubicBezTo>
                          <a:pt x="6592495" y="6576935"/>
                          <a:pt x="6518174" y="6495498"/>
                          <a:pt x="6426495" y="6514217"/>
                        </a:cubicBezTo>
                        <a:cubicBezTo>
                          <a:pt x="6334816" y="6532936"/>
                          <a:pt x="5810775" y="6436906"/>
                          <a:pt x="5593431" y="6514217"/>
                        </a:cubicBezTo>
                        <a:cubicBezTo>
                          <a:pt x="5376087" y="6591528"/>
                          <a:pt x="5180867" y="6497108"/>
                          <a:pt x="4998385" y="6514217"/>
                        </a:cubicBezTo>
                        <a:cubicBezTo>
                          <a:pt x="4815903" y="6531326"/>
                          <a:pt x="4466290" y="6481510"/>
                          <a:pt x="4165321" y="6514217"/>
                        </a:cubicBezTo>
                        <a:cubicBezTo>
                          <a:pt x="3864352" y="6546924"/>
                          <a:pt x="3675306" y="6444849"/>
                          <a:pt x="3451266" y="6514217"/>
                        </a:cubicBezTo>
                        <a:cubicBezTo>
                          <a:pt x="3227226" y="6583585"/>
                          <a:pt x="3190073" y="6462310"/>
                          <a:pt x="2975229" y="6514217"/>
                        </a:cubicBezTo>
                        <a:cubicBezTo>
                          <a:pt x="2760385" y="6566124"/>
                          <a:pt x="2513226" y="6483188"/>
                          <a:pt x="2261174" y="6514217"/>
                        </a:cubicBezTo>
                        <a:cubicBezTo>
                          <a:pt x="2009122" y="6545246"/>
                          <a:pt x="2050698" y="6495859"/>
                          <a:pt x="1904147" y="6514217"/>
                        </a:cubicBezTo>
                        <a:cubicBezTo>
                          <a:pt x="1757596" y="6532575"/>
                          <a:pt x="1463393" y="6471857"/>
                          <a:pt x="1309101" y="6514217"/>
                        </a:cubicBezTo>
                        <a:cubicBezTo>
                          <a:pt x="1154809" y="6556577"/>
                          <a:pt x="1128690" y="6512160"/>
                          <a:pt x="1071083" y="6514217"/>
                        </a:cubicBezTo>
                        <a:cubicBezTo>
                          <a:pt x="1013476" y="6516274"/>
                          <a:pt x="444670" y="6395740"/>
                          <a:pt x="0" y="6514217"/>
                        </a:cubicBezTo>
                        <a:cubicBezTo>
                          <a:pt x="-58835" y="6316695"/>
                          <a:pt x="14857" y="6209747"/>
                          <a:pt x="0" y="5922015"/>
                        </a:cubicBezTo>
                        <a:cubicBezTo>
                          <a:pt x="-14857" y="5634283"/>
                          <a:pt x="5571" y="5570356"/>
                          <a:pt x="0" y="5264672"/>
                        </a:cubicBezTo>
                        <a:cubicBezTo>
                          <a:pt x="-5571" y="4958988"/>
                          <a:pt x="33153" y="4816079"/>
                          <a:pt x="0" y="4607328"/>
                        </a:cubicBezTo>
                        <a:cubicBezTo>
                          <a:pt x="-33153" y="4398577"/>
                          <a:pt x="8946" y="4325624"/>
                          <a:pt x="0" y="4145411"/>
                        </a:cubicBezTo>
                        <a:cubicBezTo>
                          <a:pt x="-8946" y="3965198"/>
                          <a:pt x="71099" y="3758027"/>
                          <a:pt x="0" y="3422925"/>
                        </a:cubicBezTo>
                        <a:cubicBezTo>
                          <a:pt x="-71099" y="3087823"/>
                          <a:pt x="12336" y="2993946"/>
                          <a:pt x="0" y="2830723"/>
                        </a:cubicBezTo>
                        <a:cubicBezTo>
                          <a:pt x="-12336" y="2667500"/>
                          <a:pt x="20373" y="2607200"/>
                          <a:pt x="0" y="2433948"/>
                        </a:cubicBezTo>
                        <a:cubicBezTo>
                          <a:pt x="-20373" y="2260697"/>
                          <a:pt x="37889" y="2113357"/>
                          <a:pt x="0" y="1841747"/>
                        </a:cubicBezTo>
                        <a:cubicBezTo>
                          <a:pt x="-37889" y="1570137"/>
                          <a:pt x="15440" y="1544143"/>
                          <a:pt x="0" y="1314687"/>
                        </a:cubicBezTo>
                        <a:cubicBezTo>
                          <a:pt x="-15440" y="1085231"/>
                          <a:pt x="906" y="976499"/>
                          <a:pt x="0" y="787628"/>
                        </a:cubicBezTo>
                        <a:cubicBezTo>
                          <a:pt x="-906" y="598757"/>
                          <a:pt x="29049" y="2391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错误排查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9A63230-E2D2-83D2-FE9A-3889ABD4774A}"/>
              </a:ext>
            </a:extLst>
          </p:cNvPr>
          <p:cNvSpPr txBox="1"/>
          <p:nvPr/>
        </p:nvSpPr>
        <p:spPr>
          <a:xfrm>
            <a:off x="212221" y="5367281"/>
            <a:ext cx="6213571" cy="1301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在运行系统时，第一个</a:t>
            </a:r>
            <a:r>
              <a:rPr lang="en-US" altLang="zh-CN" sz="1600" dirty="0"/>
              <a:t>task</a:t>
            </a:r>
            <a:r>
              <a:rPr lang="zh-CN" altLang="en-US" sz="1600" dirty="0"/>
              <a:t>访问</a:t>
            </a:r>
            <a:r>
              <a:rPr lang="en-US" altLang="zh-CN" sz="1600" dirty="0"/>
              <a:t>0</a:t>
            </a:r>
            <a:r>
              <a:rPr lang="zh-CN" altLang="en-US" sz="1600" dirty="0"/>
              <a:t>号块时出现</a:t>
            </a:r>
            <a:r>
              <a:rPr lang="en-US" altLang="zh-CN" sz="1600" dirty="0" err="1">
                <a:solidFill>
                  <a:srgbClr val="C00000"/>
                </a:solidFill>
              </a:rPr>
              <a:t>NotReady</a:t>
            </a:r>
            <a:r>
              <a:rPr lang="zh-CN" altLang="en-US" sz="1600" dirty="0"/>
              <a:t>错误</a:t>
            </a:r>
            <a:endParaRPr lang="en-US" altLang="zh-CN" sz="1600" dirty="0"/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初步检查排除参数设置错误、版本兼容等问题</a:t>
            </a:r>
            <a:endParaRPr lang="en-US" altLang="zh-CN" sz="1600" dirty="0"/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da-DK" altLang="zh-CN" sz="1600" dirty="0"/>
              <a:t>unsafe impl Hal for VirtioHal</a:t>
            </a:r>
            <a:r>
              <a:rPr lang="zh-CN" altLang="en-US" sz="1600" dirty="0"/>
              <a:t>中</a:t>
            </a:r>
            <a:r>
              <a:rPr lang="en-US" altLang="zh-CN" sz="1600" dirty="0"/>
              <a:t>share</a:t>
            </a:r>
            <a:r>
              <a:rPr lang="zh-CN" altLang="en-US" sz="1600" dirty="0"/>
              <a:t>方法的实现错把虚拟地址当作物理地址，导致设备收到一个非法地址用于</a:t>
            </a:r>
            <a:r>
              <a:rPr lang="en-US" altLang="zh-CN" sz="1600" dirty="0"/>
              <a:t>DMA</a:t>
            </a:r>
            <a:endParaRPr lang="zh-CN" altLang="en-US" sz="1600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AA2945EA-E63A-48A1-E299-5E1C9534CEC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8417"/>
          <a:stretch>
            <a:fillRect/>
          </a:stretch>
        </p:blipFill>
        <p:spPr>
          <a:xfrm>
            <a:off x="6965441" y="2509836"/>
            <a:ext cx="4465665" cy="4089914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71DFEB87-06C1-F6C2-5470-64E343D4B2B9}"/>
              </a:ext>
            </a:extLst>
          </p:cNvPr>
          <p:cNvSpPr/>
          <p:nvPr/>
        </p:nvSpPr>
        <p:spPr>
          <a:xfrm>
            <a:off x="6616193" y="1926613"/>
            <a:ext cx="5187337" cy="4806589"/>
          </a:xfrm>
          <a:prstGeom prst="rect">
            <a:avLst/>
          </a:prstGeom>
          <a:noFill/>
          <a:ln w="25400" cmpd="sng"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900917"/>
                      <a:gd name="connsiteY0" fmla="*/ 0 h 6514217"/>
                      <a:gd name="connsiteX1" fmla="*/ 476037 w 11900917"/>
                      <a:gd name="connsiteY1" fmla="*/ 0 h 6514217"/>
                      <a:gd name="connsiteX2" fmla="*/ 714055 w 11900917"/>
                      <a:gd name="connsiteY2" fmla="*/ 0 h 6514217"/>
                      <a:gd name="connsiteX3" fmla="*/ 1547119 w 11900917"/>
                      <a:gd name="connsiteY3" fmla="*/ 0 h 6514217"/>
                      <a:gd name="connsiteX4" fmla="*/ 2023156 w 11900917"/>
                      <a:gd name="connsiteY4" fmla="*/ 0 h 6514217"/>
                      <a:gd name="connsiteX5" fmla="*/ 2499193 w 11900917"/>
                      <a:gd name="connsiteY5" fmla="*/ 0 h 6514217"/>
                      <a:gd name="connsiteX6" fmla="*/ 3332257 w 11900917"/>
                      <a:gd name="connsiteY6" fmla="*/ 0 h 6514217"/>
                      <a:gd name="connsiteX7" fmla="*/ 3689284 w 11900917"/>
                      <a:gd name="connsiteY7" fmla="*/ 0 h 6514217"/>
                      <a:gd name="connsiteX8" fmla="*/ 4522348 w 11900917"/>
                      <a:gd name="connsiteY8" fmla="*/ 0 h 6514217"/>
                      <a:gd name="connsiteX9" fmla="*/ 5355413 w 11900917"/>
                      <a:gd name="connsiteY9" fmla="*/ 0 h 6514217"/>
                      <a:gd name="connsiteX10" fmla="*/ 5950459 w 11900917"/>
                      <a:gd name="connsiteY10" fmla="*/ 0 h 6514217"/>
                      <a:gd name="connsiteX11" fmla="*/ 6783523 w 11900917"/>
                      <a:gd name="connsiteY11" fmla="*/ 0 h 6514217"/>
                      <a:gd name="connsiteX12" fmla="*/ 7259559 w 11900917"/>
                      <a:gd name="connsiteY12" fmla="*/ 0 h 6514217"/>
                      <a:gd name="connsiteX13" fmla="*/ 7735596 w 11900917"/>
                      <a:gd name="connsiteY13" fmla="*/ 0 h 6514217"/>
                      <a:gd name="connsiteX14" fmla="*/ 8449651 w 11900917"/>
                      <a:gd name="connsiteY14" fmla="*/ 0 h 6514217"/>
                      <a:gd name="connsiteX15" fmla="*/ 8925688 w 11900917"/>
                      <a:gd name="connsiteY15" fmla="*/ 0 h 6514217"/>
                      <a:gd name="connsiteX16" fmla="*/ 9758752 w 11900917"/>
                      <a:gd name="connsiteY16" fmla="*/ 0 h 6514217"/>
                      <a:gd name="connsiteX17" fmla="*/ 10591816 w 11900917"/>
                      <a:gd name="connsiteY17" fmla="*/ 0 h 6514217"/>
                      <a:gd name="connsiteX18" fmla="*/ 11186862 w 11900917"/>
                      <a:gd name="connsiteY18" fmla="*/ 0 h 6514217"/>
                      <a:gd name="connsiteX19" fmla="*/ 11900917 w 11900917"/>
                      <a:gd name="connsiteY19" fmla="*/ 0 h 6514217"/>
                      <a:gd name="connsiteX20" fmla="*/ 11900917 w 11900917"/>
                      <a:gd name="connsiteY20" fmla="*/ 396775 h 6514217"/>
                      <a:gd name="connsiteX21" fmla="*/ 11900917 w 11900917"/>
                      <a:gd name="connsiteY21" fmla="*/ 858692 h 6514217"/>
                      <a:gd name="connsiteX22" fmla="*/ 11900917 w 11900917"/>
                      <a:gd name="connsiteY22" fmla="*/ 1516036 h 6514217"/>
                      <a:gd name="connsiteX23" fmla="*/ 11900917 w 11900917"/>
                      <a:gd name="connsiteY23" fmla="*/ 2043095 h 6514217"/>
                      <a:gd name="connsiteX24" fmla="*/ 11900917 w 11900917"/>
                      <a:gd name="connsiteY24" fmla="*/ 2505013 h 6514217"/>
                      <a:gd name="connsiteX25" fmla="*/ 11900917 w 11900917"/>
                      <a:gd name="connsiteY25" fmla="*/ 3162356 h 6514217"/>
                      <a:gd name="connsiteX26" fmla="*/ 11900917 w 11900917"/>
                      <a:gd name="connsiteY26" fmla="*/ 3754558 h 6514217"/>
                      <a:gd name="connsiteX27" fmla="*/ 11900917 w 11900917"/>
                      <a:gd name="connsiteY27" fmla="*/ 4346759 h 6514217"/>
                      <a:gd name="connsiteX28" fmla="*/ 11900917 w 11900917"/>
                      <a:gd name="connsiteY28" fmla="*/ 5069245 h 6514217"/>
                      <a:gd name="connsiteX29" fmla="*/ 11900917 w 11900917"/>
                      <a:gd name="connsiteY29" fmla="*/ 5726589 h 6514217"/>
                      <a:gd name="connsiteX30" fmla="*/ 11900917 w 11900917"/>
                      <a:gd name="connsiteY30" fmla="*/ 6514217 h 6514217"/>
                      <a:gd name="connsiteX31" fmla="*/ 11424880 w 11900917"/>
                      <a:gd name="connsiteY31" fmla="*/ 6514217 h 6514217"/>
                      <a:gd name="connsiteX32" fmla="*/ 11186862 w 11900917"/>
                      <a:gd name="connsiteY32" fmla="*/ 6514217 h 6514217"/>
                      <a:gd name="connsiteX33" fmla="*/ 10472807 w 11900917"/>
                      <a:gd name="connsiteY33" fmla="*/ 6514217 h 6514217"/>
                      <a:gd name="connsiteX34" fmla="*/ 10115779 w 11900917"/>
                      <a:gd name="connsiteY34" fmla="*/ 6514217 h 6514217"/>
                      <a:gd name="connsiteX35" fmla="*/ 9877761 w 11900917"/>
                      <a:gd name="connsiteY35" fmla="*/ 6514217 h 6514217"/>
                      <a:gd name="connsiteX36" fmla="*/ 9520734 w 11900917"/>
                      <a:gd name="connsiteY36" fmla="*/ 6514217 h 6514217"/>
                      <a:gd name="connsiteX37" fmla="*/ 8806679 w 11900917"/>
                      <a:gd name="connsiteY37" fmla="*/ 6514217 h 6514217"/>
                      <a:gd name="connsiteX38" fmla="*/ 8449651 w 11900917"/>
                      <a:gd name="connsiteY38" fmla="*/ 6514217 h 6514217"/>
                      <a:gd name="connsiteX39" fmla="*/ 8211633 w 11900917"/>
                      <a:gd name="connsiteY39" fmla="*/ 6514217 h 6514217"/>
                      <a:gd name="connsiteX40" fmla="*/ 7854605 w 11900917"/>
                      <a:gd name="connsiteY40" fmla="*/ 6514217 h 6514217"/>
                      <a:gd name="connsiteX41" fmla="*/ 7378569 w 11900917"/>
                      <a:gd name="connsiteY41" fmla="*/ 6514217 h 6514217"/>
                      <a:gd name="connsiteX42" fmla="*/ 6783523 w 11900917"/>
                      <a:gd name="connsiteY42" fmla="*/ 6514217 h 6514217"/>
                      <a:gd name="connsiteX43" fmla="*/ 6426495 w 11900917"/>
                      <a:gd name="connsiteY43" fmla="*/ 6514217 h 6514217"/>
                      <a:gd name="connsiteX44" fmla="*/ 5593431 w 11900917"/>
                      <a:gd name="connsiteY44" fmla="*/ 6514217 h 6514217"/>
                      <a:gd name="connsiteX45" fmla="*/ 4998385 w 11900917"/>
                      <a:gd name="connsiteY45" fmla="*/ 6514217 h 6514217"/>
                      <a:gd name="connsiteX46" fmla="*/ 4165321 w 11900917"/>
                      <a:gd name="connsiteY46" fmla="*/ 6514217 h 6514217"/>
                      <a:gd name="connsiteX47" fmla="*/ 3451266 w 11900917"/>
                      <a:gd name="connsiteY47" fmla="*/ 6514217 h 6514217"/>
                      <a:gd name="connsiteX48" fmla="*/ 2975229 w 11900917"/>
                      <a:gd name="connsiteY48" fmla="*/ 6514217 h 6514217"/>
                      <a:gd name="connsiteX49" fmla="*/ 2261174 w 11900917"/>
                      <a:gd name="connsiteY49" fmla="*/ 6514217 h 6514217"/>
                      <a:gd name="connsiteX50" fmla="*/ 1904147 w 11900917"/>
                      <a:gd name="connsiteY50" fmla="*/ 6514217 h 6514217"/>
                      <a:gd name="connsiteX51" fmla="*/ 1309101 w 11900917"/>
                      <a:gd name="connsiteY51" fmla="*/ 6514217 h 6514217"/>
                      <a:gd name="connsiteX52" fmla="*/ 1071083 w 11900917"/>
                      <a:gd name="connsiteY52" fmla="*/ 6514217 h 6514217"/>
                      <a:gd name="connsiteX53" fmla="*/ 0 w 11900917"/>
                      <a:gd name="connsiteY53" fmla="*/ 6514217 h 6514217"/>
                      <a:gd name="connsiteX54" fmla="*/ 0 w 11900917"/>
                      <a:gd name="connsiteY54" fmla="*/ 5922015 h 6514217"/>
                      <a:gd name="connsiteX55" fmla="*/ 0 w 11900917"/>
                      <a:gd name="connsiteY55" fmla="*/ 5264672 h 6514217"/>
                      <a:gd name="connsiteX56" fmla="*/ 0 w 11900917"/>
                      <a:gd name="connsiteY56" fmla="*/ 4607328 h 6514217"/>
                      <a:gd name="connsiteX57" fmla="*/ 0 w 11900917"/>
                      <a:gd name="connsiteY57" fmla="*/ 4145411 h 6514217"/>
                      <a:gd name="connsiteX58" fmla="*/ 0 w 11900917"/>
                      <a:gd name="connsiteY58" fmla="*/ 3422925 h 6514217"/>
                      <a:gd name="connsiteX59" fmla="*/ 0 w 11900917"/>
                      <a:gd name="connsiteY59" fmla="*/ 2830723 h 6514217"/>
                      <a:gd name="connsiteX60" fmla="*/ 0 w 11900917"/>
                      <a:gd name="connsiteY60" fmla="*/ 2433948 h 6514217"/>
                      <a:gd name="connsiteX61" fmla="*/ 0 w 11900917"/>
                      <a:gd name="connsiteY61" fmla="*/ 1841747 h 6514217"/>
                      <a:gd name="connsiteX62" fmla="*/ 0 w 11900917"/>
                      <a:gd name="connsiteY62" fmla="*/ 1314687 h 6514217"/>
                      <a:gd name="connsiteX63" fmla="*/ 0 w 11900917"/>
                      <a:gd name="connsiteY63" fmla="*/ 787628 h 6514217"/>
                      <a:gd name="connsiteX64" fmla="*/ 0 w 11900917"/>
                      <a:gd name="connsiteY64" fmla="*/ 0 h 6514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11900917" h="6514217" extrusionOk="0">
                        <a:moveTo>
                          <a:pt x="0" y="0"/>
                        </a:moveTo>
                        <a:cubicBezTo>
                          <a:pt x="237347" y="-25440"/>
                          <a:pt x="380125" y="19026"/>
                          <a:pt x="476037" y="0"/>
                        </a:cubicBezTo>
                        <a:cubicBezTo>
                          <a:pt x="571949" y="-19026"/>
                          <a:pt x="595303" y="8080"/>
                          <a:pt x="714055" y="0"/>
                        </a:cubicBezTo>
                        <a:cubicBezTo>
                          <a:pt x="832807" y="-8080"/>
                          <a:pt x="1334682" y="58008"/>
                          <a:pt x="1547119" y="0"/>
                        </a:cubicBezTo>
                        <a:cubicBezTo>
                          <a:pt x="1759556" y="-58008"/>
                          <a:pt x="1920909" y="7543"/>
                          <a:pt x="2023156" y="0"/>
                        </a:cubicBezTo>
                        <a:cubicBezTo>
                          <a:pt x="2125403" y="-7543"/>
                          <a:pt x="2389367" y="42848"/>
                          <a:pt x="2499193" y="0"/>
                        </a:cubicBezTo>
                        <a:cubicBezTo>
                          <a:pt x="2609019" y="-42848"/>
                          <a:pt x="3062924" y="1682"/>
                          <a:pt x="3332257" y="0"/>
                        </a:cubicBezTo>
                        <a:cubicBezTo>
                          <a:pt x="3601590" y="-1682"/>
                          <a:pt x="3575415" y="23112"/>
                          <a:pt x="3689284" y="0"/>
                        </a:cubicBezTo>
                        <a:cubicBezTo>
                          <a:pt x="3803153" y="-23112"/>
                          <a:pt x="4136397" y="90254"/>
                          <a:pt x="4522348" y="0"/>
                        </a:cubicBezTo>
                        <a:cubicBezTo>
                          <a:pt x="4908299" y="-90254"/>
                          <a:pt x="5152834" y="83380"/>
                          <a:pt x="5355413" y="0"/>
                        </a:cubicBezTo>
                        <a:cubicBezTo>
                          <a:pt x="5557992" y="-83380"/>
                          <a:pt x="5794929" y="52432"/>
                          <a:pt x="5950459" y="0"/>
                        </a:cubicBezTo>
                        <a:cubicBezTo>
                          <a:pt x="6105989" y="-52432"/>
                          <a:pt x="6554819" y="23660"/>
                          <a:pt x="6783523" y="0"/>
                        </a:cubicBezTo>
                        <a:cubicBezTo>
                          <a:pt x="7012227" y="-23660"/>
                          <a:pt x="7161139" y="35289"/>
                          <a:pt x="7259559" y="0"/>
                        </a:cubicBezTo>
                        <a:cubicBezTo>
                          <a:pt x="7357979" y="-35289"/>
                          <a:pt x="7513593" y="26788"/>
                          <a:pt x="7735596" y="0"/>
                        </a:cubicBezTo>
                        <a:cubicBezTo>
                          <a:pt x="7957599" y="-26788"/>
                          <a:pt x="8093213" y="38812"/>
                          <a:pt x="8449651" y="0"/>
                        </a:cubicBezTo>
                        <a:cubicBezTo>
                          <a:pt x="8806089" y="-38812"/>
                          <a:pt x="8702562" y="12998"/>
                          <a:pt x="8925688" y="0"/>
                        </a:cubicBezTo>
                        <a:cubicBezTo>
                          <a:pt x="9148814" y="-12998"/>
                          <a:pt x="9487755" y="97643"/>
                          <a:pt x="9758752" y="0"/>
                        </a:cubicBezTo>
                        <a:cubicBezTo>
                          <a:pt x="10029749" y="-97643"/>
                          <a:pt x="10205548" y="97972"/>
                          <a:pt x="10591816" y="0"/>
                        </a:cubicBezTo>
                        <a:cubicBezTo>
                          <a:pt x="10978084" y="-97972"/>
                          <a:pt x="10972415" y="4333"/>
                          <a:pt x="11186862" y="0"/>
                        </a:cubicBezTo>
                        <a:cubicBezTo>
                          <a:pt x="11401309" y="-4333"/>
                          <a:pt x="11610116" y="28820"/>
                          <a:pt x="11900917" y="0"/>
                        </a:cubicBezTo>
                        <a:cubicBezTo>
                          <a:pt x="11923939" y="141937"/>
                          <a:pt x="11870646" y="224975"/>
                          <a:pt x="11900917" y="396775"/>
                        </a:cubicBezTo>
                        <a:cubicBezTo>
                          <a:pt x="11931188" y="568575"/>
                          <a:pt x="11869764" y="666634"/>
                          <a:pt x="11900917" y="858692"/>
                        </a:cubicBezTo>
                        <a:cubicBezTo>
                          <a:pt x="11932070" y="1050750"/>
                          <a:pt x="11879830" y="1200799"/>
                          <a:pt x="11900917" y="1516036"/>
                        </a:cubicBezTo>
                        <a:cubicBezTo>
                          <a:pt x="11922004" y="1831273"/>
                          <a:pt x="11880805" y="1928720"/>
                          <a:pt x="11900917" y="2043095"/>
                        </a:cubicBezTo>
                        <a:cubicBezTo>
                          <a:pt x="11921029" y="2157470"/>
                          <a:pt x="11890717" y="2376673"/>
                          <a:pt x="11900917" y="2505013"/>
                        </a:cubicBezTo>
                        <a:cubicBezTo>
                          <a:pt x="11911117" y="2633353"/>
                          <a:pt x="11841283" y="2908915"/>
                          <a:pt x="11900917" y="3162356"/>
                        </a:cubicBezTo>
                        <a:cubicBezTo>
                          <a:pt x="11960551" y="3415797"/>
                          <a:pt x="11868803" y="3562257"/>
                          <a:pt x="11900917" y="3754558"/>
                        </a:cubicBezTo>
                        <a:cubicBezTo>
                          <a:pt x="11933031" y="3946859"/>
                          <a:pt x="11897798" y="4176796"/>
                          <a:pt x="11900917" y="4346759"/>
                        </a:cubicBezTo>
                        <a:cubicBezTo>
                          <a:pt x="11904036" y="4516722"/>
                          <a:pt x="11873351" y="4727109"/>
                          <a:pt x="11900917" y="5069245"/>
                        </a:cubicBezTo>
                        <a:cubicBezTo>
                          <a:pt x="11928483" y="5411381"/>
                          <a:pt x="11892383" y="5576496"/>
                          <a:pt x="11900917" y="5726589"/>
                        </a:cubicBezTo>
                        <a:cubicBezTo>
                          <a:pt x="11909451" y="5876682"/>
                          <a:pt x="11886121" y="6166463"/>
                          <a:pt x="11900917" y="6514217"/>
                        </a:cubicBezTo>
                        <a:cubicBezTo>
                          <a:pt x="11792006" y="6525969"/>
                          <a:pt x="11543793" y="6503439"/>
                          <a:pt x="11424880" y="6514217"/>
                        </a:cubicBezTo>
                        <a:cubicBezTo>
                          <a:pt x="11305967" y="6524995"/>
                          <a:pt x="11236658" y="6510181"/>
                          <a:pt x="11186862" y="6514217"/>
                        </a:cubicBezTo>
                        <a:cubicBezTo>
                          <a:pt x="11137066" y="6518253"/>
                          <a:pt x="10770881" y="6481074"/>
                          <a:pt x="10472807" y="6514217"/>
                        </a:cubicBezTo>
                        <a:cubicBezTo>
                          <a:pt x="10174733" y="6547360"/>
                          <a:pt x="10282735" y="6473421"/>
                          <a:pt x="10115779" y="6514217"/>
                        </a:cubicBezTo>
                        <a:cubicBezTo>
                          <a:pt x="9948823" y="6555013"/>
                          <a:pt x="9946095" y="6489509"/>
                          <a:pt x="9877761" y="6514217"/>
                        </a:cubicBezTo>
                        <a:cubicBezTo>
                          <a:pt x="9809427" y="6538925"/>
                          <a:pt x="9616966" y="6500614"/>
                          <a:pt x="9520734" y="6514217"/>
                        </a:cubicBezTo>
                        <a:cubicBezTo>
                          <a:pt x="9424502" y="6527820"/>
                          <a:pt x="9042413" y="6442163"/>
                          <a:pt x="8806679" y="6514217"/>
                        </a:cubicBezTo>
                        <a:cubicBezTo>
                          <a:pt x="8570945" y="6586271"/>
                          <a:pt x="8527969" y="6506521"/>
                          <a:pt x="8449651" y="6514217"/>
                        </a:cubicBezTo>
                        <a:cubicBezTo>
                          <a:pt x="8371333" y="6521913"/>
                          <a:pt x="8262355" y="6506157"/>
                          <a:pt x="8211633" y="6514217"/>
                        </a:cubicBezTo>
                        <a:cubicBezTo>
                          <a:pt x="8160911" y="6522277"/>
                          <a:pt x="7984409" y="6501490"/>
                          <a:pt x="7854605" y="6514217"/>
                        </a:cubicBezTo>
                        <a:cubicBezTo>
                          <a:pt x="7724801" y="6526944"/>
                          <a:pt x="7531595" y="6474088"/>
                          <a:pt x="7378569" y="6514217"/>
                        </a:cubicBezTo>
                        <a:cubicBezTo>
                          <a:pt x="7225543" y="6554346"/>
                          <a:pt x="6974551" y="6451499"/>
                          <a:pt x="6783523" y="6514217"/>
                        </a:cubicBezTo>
                        <a:cubicBezTo>
                          <a:pt x="6592495" y="6576935"/>
                          <a:pt x="6518174" y="6495498"/>
                          <a:pt x="6426495" y="6514217"/>
                        </a:cubicBezTo>
                        <a:cubicBezTo>
                          <a:pt x="6334816" y="6532936"/>
                          <a:pt x="5810775" y="6436906"/>
                          <a:pt x="5593431" y="6514217"/>
                        </a:cubicBezTo>
                        <a:cubicBezTo>
                          <a:pt x="5376087" y="6591528"/>
                          <a:pt x="5180867" y="6497108"/>
                          <a:pt x="4998385" y="6514217"/>
                        </a:cubicBezTo>
                        <a:cubicBezTo>
                          <a:pt x="4815903" y="6531326"/>
                          <a:pt x="4466290" y="6481510"/>
                          <a:pt x="4165321" y="6514217"/>
                        </a:cubicBezTo>
                        <a:cubicBezTo>
                          <a:pt x="3864352" y="6546924"/>
                          <a:pt x="3675306" y="6444849"/>
                          <a:pt x="3451266" y="6514217"/>
                        </a:cubicBezTo>
                        <a:cubicBezTo>
                          <a:pt x="3227226" y="6583585"/>
                          <a:pt x="3190073" y="6462310"/>
                          <a:pt x="2975229" y="6514217"/>
                        </a:cubicBezTo>
                        <a:cubicBezTo>
                          <a:pt x="2760385" y="6566124"/>
                          <a:pt x="2513226" y="6483188"/>
                          <a:pt x="2261174" y="6514217"/>
                        </a:cubicBezTo>
                        <a:cubicBezTo>
                          <a:pt x="2009122" y="6545246"/>
                          <a:pt x="2050698" y="6495859"/>
                          <a:pt x="1904147" y="6514217"/>
                        </a:cubicBezTo>
                        <a:cubicBezTo>
                          <a:pt x="1757596" y="6532575"/>
                          <a:pt x="1463393" y="6471857"/>
                          <a:pt x="1309101" y="6514217"/>
                        </a:cubicBezTo>
                        <a:cubicBezTo>
                          <a:pt x="1154809" y="6556577"/>
                          <a:pt x="1128690" y="6512160"/>
                          <a:pt x="1071083" y="6514217"/>
                        </a:cubicBezTo>
                        <a:cubicBezTo>
                          <a:pt x="1013476" y="6516274"/>
                          <a:pt x="444670" y="6395740"/>
                          <a:pt x="0" y="6514217"/>
                        </a:cubicBezTo>
                        <a:cubicBezTo>
                          <a:pt x="-58835" y="6316695"/>
                          <a:pt x="14857" y="6209747"/>
                          <a:pt x="0" y="5922015"/>
                        </a:cubicBezTo>
                        <a:cubicBezTo>
                          <a:pt x="-14857" y="5634283"/>
                          <a:pt x="5571" y="5570356"/>
                          <a:pt x="0" y="5264672"/>
                        </a:cubicBezTo>
                        <a:cubicBezTo>
                          <a:pt x="-5571" y="4958988"/>
                          <a:pt x="33153" y="4816079"/>
                          <a:pt x="0" y="4607328"/>
                        </a:cubicBezTo>
                        <a:cubicBezTo>
                          <a:pt x="-33153" y="4398577"/>
                          <a:pt x="8946" y="4325624"/>
                          <a:pt x="0" y="4145411"/>
                        </a:cubicBezTo>
                        <a:cubicBezTo>
                          <a:pt x="-8946" y="3965198"/>
                          <a:pt x="71099" y="3758027"/>
                          <a:pt x="0" y="3422925"/>
                        </a:cubicBezTo>
                        <a:cubicBezTo>
                          <a:pt x="-71099" y="3087823"/>
                          <a:pt x="12336" y="2993946"/>
                          <a:pt x="0" y="2830723"/>
                        </a:cubicBezTo>
                        <a:cubicBezTo>
                          <a:pt x="-12336" y="2667500"/>
                          <a:pt x="20373" y="2607200"/>
                          <a:pt x="0" y="2433948"/>
                        </a:cubicBezTo>
                        <a:cubicBezTo>
                          <a:pt x="-20373" y="2260697"/>
                          <a:pt x="37889" y="2113357"/>
                          <a:pt x="0" y="1841747"/>
                        </a:cubicBezTo>
                        <a:cubicBezTo>
                          <a:pt x="-37889" y="1570137"/>
                          <a:pt x="15440" y="1544143"/>
                          <a:pt x="0" y="1314687"/>
                        </a:cubicBezTo>
                        <a:cubicBezTo>
                          <a:pt x="-15440" y="1085231"/>
                          <a:pt x="906" y="976499"/>
                          <a:pt x="0" y="787628"/>
                        </a:cubicBezTo>
                        <a:cubicBezTo>
                          <a:pt x="-906" y="598757"/>
                          <a:pt x="29049" y="2391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rgbClr val="002060"/>
              </a:solidFill>
              <a:latin typeface="微软雅黑"/>
              <a:ea typeface="微软雅黑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CD0C591-EA09-5B19-F72B-AAB9990E1568}"/>
              </a:ext>
            </a:extLst>
          </p:cNvPr>
          <p:cNvSpPr/>
          <p:nvPr/>
        </p:nvSpPr>
        <p:spPr>
          <a:xfrm>
            <a:off x="6648164" y="1967949"/>
            <a:ext cx="5100221" cy="4373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mpd="sng">
            <a:noFill/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900917"/>
                      <a:gd name="connsiteY0" fmla="*/ 0 h 6514217"/>
                      <a:gd name="connsiteX1" fmla="*/ 476037 w 11900917"/>
                      <a:gd name="connsiteY1" fmla="*/ 0 h 6514217"/>
                      <a:gd name="connsiteX2" fmla="*/ 714055 w 11900917"/>
                      <a:gd name="connsiteY2" fmla="*/ 0 h 6514217"/>
                      <a:gd name="connsiteX3" fmla="*/ 1547119 w 11900917"/>
                      <a:gd name="connsiteY3" fmla="*/ 0 h 6514217"/>
                      <a:gd name="connsiteX4" fmla="*/ 2023156 w 11900917"/>
                      <a:gd name="connsiteY4" fmla="*/ 0 h 6514217"/>
                      <a:gd name="connsiteX5" fmla="*/ 2499193 w 11900917"/>
                      <a:gd name="connsiteY5" fmla="*/ 0 h 6514217"/>
                      <a:gd name="connsiteX6" fmla="*/ 3332257 w 11900917"/>
                      <a:gd name="connsiteY6" fmla="*/ 0 h 6514217"/>
                      <a:gd name="connsiteX7" fmla="*/ 3689284 w 11900917"/>
                      <a:gd name="connsiteY7" fmla="*/ 0 h 6514217"/>
                      <a:gd name="connsiteX8" fmla="*/ 4522348 w 11900917"/>
                      <a:gd name="connsiteY8" fmla="*/ 0 h 6514217"/>
                      <a:gd name="connsiteX9" fmla="*/ 5355413 w 11900917"/>
                      <a:gd name="connsiteY9" fmla="*/ 0 h 6514217"/>
                      <a:gd name="connsiteX10" fmla="*/ 5950459 w 11900917"/>
                      <a:gd name="connsiteY10" fmla="*/ 0 h 6514217"/>
                      <a:gd name="connsiteX11" fmla="*/ 6783523 w 11900917"/>
                      <a:gd name="connsiteY11" fmla="*/ 0 h 6514217"/>
                      <a:gd name="connsiteX12" fmla="*/ 7259559 w 11900917"/>
                      <a:gd name="connsiteY12" fmla="*/ 0 h 6514217"/>
                      <a:gd name="connsiteX13" fmla="*/ 7735596 w 11900917"/>
                      <a:gd name="connsiteY13" fmla="*/ 0 h 6514217"/>
                      <a:gd name="connsiteX14" fmla="*/ 8449651 w 11900917"/>
                      <a:gd name="connsiteY14" fmla="*/ 0 h 6514217"/>
                      <a:gd name="connsiteX15" fmla="*/ 8925688 w 11900917"/>
                      <a:gd name="connsiteY15" fmla="*/ 0 h 6514217"/>
                      <a:gd name="connsiteX16" fmla="*/ 9758752 w 11900917"/>
                      <a:gd name="connsiteY16" fmla="*/ 0 h 6514217"/>
                      <a:gd name="connsiteX17" fmla="*/ 10591816 w 11900917"/>
                      <a:gd name="connsiteY17" fmla="*/ 0 h 6514217"/>
                      <a:gd name="connsiteX18" fmla="*/ 11186862 w 11900917"/>
                      <a:gd name="connsiteY18" fmla="*/ 0 h 6514217"/>
                      <a:gd name="connsiteX19" fmla="*/ 11900917 w 11900917"/>
                      <a:gd name="connsiteY19" fmla="*/ 0 h 6514217"/>
                      <a:gd name="connsiteX20" fmla="*/ 11900917 w 11900917"/>
                      <a:gd name="connsiteY20" fmla="*/ 396775 h 6514217"/>
                      <a:gd name="connsiteX21" fmla="*/ 11900917 w 11900917"/>
                      <a:gd name="connsiteY21" fmla="*/ 858692 h 6514217"/>
                      <a:gd name="connsiteX22" fmla="*/ 11900917 w 11900917"/>
                      <a:gd name="connsiteY22" fmla="*/ 1516036 h 6514217"/>
                      <a:gd name="connsiteX23" fmla="*/ 11900917 w 11900917"/>
                      <a:gd name="connsiteY23" fmla="*/ 2043095 h 6514217"/>
                      <a:gd name="connsiteX24" fmla="*/ 11900917 w 11900917"/>
                      <a:gd name="connsiteY24" fmla="*/ 2505013 h 6514217"/>
                      <a:gd name="connsiteX25" fmla="*/ 11900917 w 11900917"/>
                      <a:gd name="connsiteY25" fmla="*/ 3162356 h 6514217"/>
                      <a:gd name="connsiteX26" fmla="*/ 11900917 w 11900917"/>
                      <a:gd name="connsiteY26" fmla="*/ 3754558 h 6514217"/>
                      <a:gd name="connsiteX27" fmla="*/ 11900917 w 11900917"/>
                      <a:gd name="connsiteY27" fmla="*/ 4346759 h 6514217"/>
                      <a:gd name="connsiteX28" fmla="*/ 11900917 w 11900917"/>
                      <a:gd name="connsiteY28" fmla="*/ 5069245 h 6514217"/>
                      <a:gd name="connsiteX29" fmla="*/ 11900917 w 11900917"/>
                      <a:gd name="connsiteY29" fmla="*/ 5726589 h 6514217"/>
                      <a:gd name="connsiteX30" fmla="*/ 11900917 w 11900917"/>
                      <a:gd name="connsiteY30" fmla="*/ 6514217 h 6514217"/>
                      <a:gd name="connsiteX31" fmla="*/ 11424880 w 11900917"/>
                      <a:gd name="connsiteY31" fmla="*/ 6514217 h 6514217"/>
                      <a:gd name="connsiteX32" fmla="*/ 11186862 w 11900917"/>
                      <a:gd name="connsiteY32" fmla="*/ 6514217 h 6514217"/>
                      <a:gd name="connsiteX33" fmla="*/ 10472807 w 11900917"/>
                      <a:gd name="connsiteY33" fmla="*/ 6514217 h 6514217"/>
                      <a:gd name="connsiteX34" fmla="*/ 10115779 w 11900917"/>
                      <a:gd name="connsiteY34" fmla="*/ 6514217 h 6514217"/>
                      <a:gd name="connsiteX35" fmla="*/ 9877761 w 11900917"/>
                      <a:gd name="connsiteY35" fmla="*/ 6514217 h 6514217"/>
                      <a:gd name="connsiteX36" fmla="*/ 9520734 w 11900917"/>
                      <a:gd name="connsiteY36" fmla="*/ 6514217 h 6514217"/>
                      <a:gd name="connsiteX37" fmla="*/ 8806679 w 11900917"/>
                      <a:gd name="connsiteY37" fmla="*/ 6514217 h 6514217"/>
                      <a:gd name="connsiteX38" fmla="*/ 8449651 w 11900917"/>
                      <a:gd name="connsiteY38" fmla="*/ 6514217 h 6514217"/>
                      <a:gd name="connsiteX39" fmla="*/ 8211633 w 11900917"/>
                      <a:gd name="connsiteY39" fmla="*/ 6514217 h 6514217"/>
                      <a:gd name="connsiteX40" fmla="*/ 7854605 w 11900917"/>
                      <a:gd name="connsiteY40" fmla="*/ 6514217 h 6514217"/>
                      <a:gd name="connsiteX41" fmla="*/ 7378569 w 11900917"/>
                      <a:gd name="connsiteY41" fmla="*/ 6514217 h 6514217"/>
                      <a:gd name="connsiteX42" fmla="*/ 6783523 w 11900917"/>
                      <a:gd name="connsiteY42" fmla="*/ 6514217 h 6514217"/>
                      <a:gd name="connsiteX43" fmla="*/ 6426495 w 11900917"/>
                      <a:gd name="connsiteY43" fmla="*/ 6514217 h 6514217"/>
                      <a:gd name="connsiteX44" fmla="*/ 5593431 w 11900917"/>
                      <a:gd name="connsiteY44" fmla="*/ 6514217 h 6514217"/>
                      <a:gd name="connsiteX45" fmla="*/ 4998385 w 11900917"/>
                      <a:gd name="connsiteY45" fmla="*/ 6514217 h 6514217"/>
                      <a:gd name="connsiteX46" fmla="*/ 4165321 w 11900917"/>
                      <a:gd name="connsiteY46" fmla="*/ 6514217 h 6514217"/>
                      <a:gd name="connsiteX47" fmla="*/ 3451266 w 11900917"/>
                      <a:gd name="connsiteY47" fmla="*/ 6514217 h 6514217"/>
                      <a:gd name="connsiteX48" fmla="*/ 2975229 w 11900917"/>
                      <a:gd name="connsiteY48" fmla="*/ 6514217 h 6514217"/>
                      <a:gd name="connsiteX49" fmla="*/ 2261174 w 11900917"/>
                      <a:gd name="connsiteY49" fmla="*/ 6514217 h 6514217"/>
                      <a:gd name="connsiteX50" fmla="*/ 1904147 w 11900917"/>
                      <a:gd name="connsiteY50" fmla="*/ 6514217 h 6514217"/>
                      <a:gd name="connsiteX51" fmla="*/ 1309101 w 11900917"/>
                      <a:gd name="connsiteY51" fmla="*/ 6514217 h 6514217"/>
                      <a:gd name="connsiteX52" fmla="*/ 1071083 w 11900917"/>
                      <a:gd name="connsiteY52" fmla="*/ 6514217 h 6514217"/>
                      <a:gd name="connsiteX53" fmla="*/ 0 w 11900917"/>
                      <a:gd name="connsiteY53" fmla="*/ 6514217 h 6514217"/>
                      <a:gd name="connsiteX54" fmla="*/ 0 w 11900917"/>
                      <a:gd name="connsiteY54" fmla="*/ 5922015 h 6514217"/>
                      <a:gd name="connsiteX55" fmla="*/ 0 w 11900917"/>
                      <a:gd name="connsiteY55" fmla="*/ 5264672 h 6514217"/>
                      <a:gd name="connsiteX56" fmla="*/ 0 w 11900917"/>
                      <a:gd name="connsiteY56" fmla="*/ 4607328 h 6514217"/>
                      <a:gd name="connsiteX57" fmla="*/ 0 w 11900917"/>
                      <a:gd name="connsiteY57" fmla="*/ 4145411 h 6514217"/>
                      <a:gd name="connsiteX58" fmla="*/ 0 w 11900917"/>
                      <a:gd name="connsiteY58" fmla="*/ 3422925 h 6514217"/>
                      <a:gd name="connsiteX59" fmla="*/ 0 w 11900917"/>
                      <a:gd name="connsiteY59" fmla="*/ 2830723 h 6514217"/>
                      <a:gd name="connsiteX60" fmla="*/ 0 w 11900917"/>
                      <a:gd name="connsiteY60" fmla="*/ 2433948 h 6514217"/>
                      <a:gd name="connsiteX61" fmla="*/ 0 w 11900917"/>
                      <a:gd name="connsiteY61" fmla="*/ 1841747 h 6514217"/>
                      <a:gd name="connsiteX62" fmla="*/ 0 w 11900917"/>
                      <a:gd name="connsiteY62" fmla="*/ 1314687 h 6514217"/>
                      <a:gd name="connsiteX63" fmla="*/ 0 w 11900917"/>
                      <a:gd name="connsiteY63" fmla="*/ 787628 h 6514217"/>
                      <a:gd name="connsiteX64" fmla="*/ 0 w 11900917"/>
                      <a:gd name="connsiteY64" fmla="*/ 0 h 6514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11900917" h="6514217" extrusionOk="0">
                        <a:moveTo>
                          <a:pt x="0" y="0"/>
                        </a:moveTo>
                        <a:cubicBezTo>
                          <a:pt x="237347" y="-25440"/>
                          <a:pt x="380125" y="19026"/>
                          <a:pt x="476037" y="0"/>
                        </a:cubicBezTo>
                        <a:cubicBezTo>
                          <a:pt x="571949" y="-19026"/>
                          <a:pt x="595303" y="8080"/>
                          <a:pt x="714055" y="0"/>
                        </a:cubicBezTo>
                        <a:cubicBezTo>
                          <a:pt x="832807" y="-8080"/>
                          <a:pt x="1334682" y="58008"/>
                          <a:pt x="1547119" y="0"/>
                        </a:cubicBezTo>
                        <a:cubicBezTo>
                          <a:pt x="1759556" y="-58008"/>
                          <a:pt x="1920909" y="7543"/>
                          <a:pt x="2023156" y="0"/>
                        </a:cubicBezTo>
                        <a:cubicBezTo>
                          <a:pt x="2125403" y="-7543"/>
                          <a:pt x="2389367" y="42848"/>
                          <a:pt x="2499193" y="0"/>
                        </a:cubicBezTo>
                        <a:cubicBezTo>
                          <a:pt x="2609019" y="-42848"/>
                          <a:pt x="3062924" y="1682"/>
                          <a:pt x="3332257" y="0"/>
                        </a:cubicBezTo>
                        <a:cubicBezTo>
                          <a:pt x="3601590" y="-1682"/>
                          <a:pt x="3575415" y="23112"/>
                          <a:pt x="3689284" y="0"/>
                        </a:cubicBezTo>
                        <a:cubicBezTo>
                          <a:pt x="3803153" y="-23112"/>
                          <a:pt x="4136397" y="90254"/>
                          <a:pt x="4522348" y="0"/>
                        </a:cubicBezTo>
                        <a:cubicBezTo>
                          <a:pt x="4908299" y="-90254"/>
                          <a:pt x="5152834" y="83380"/>
                          <a:pt x="5355413" y="0"/>
                        </a:cubicBezTo>
                        <a:cubicBezTo>
                          <a:pt x="5557992" y="-83380"/>
                          <a:pt x="5794929" y="52432"/>
                          <a:pt x="5950459" y="0"/>
                        </a:cubicBezTo>
                        <a:cubicBezTo>
                          <a:pt x="6105989" y="-52432"/>
                          <a:pt x="6554819" y="23660"/>
                          <a:pt x="6783523" y="0"/>
                        </a:cubicBezTo>
                        <a:cubicBezTo>
                          <a:pt x="7012227" y="-23660"/>
                          <a:pt x="7161139" y="35289"/>
                          <a:pt x="7259559" y="0"/>
                        </a:cubicBezTo>
                        <a:cubicBezTo>
                          <a:pt x="7357979" y="-35289"/>
                          <a:pt x="7513593" y="26788"/>
                          <a:pt x="7735596" y="0"/>
                        </a:cubicBezTo>
                        <a:cubicBezTo>
                          <a:pt x="7957599" y="-26788"/>
                          <a:pt x="8093213" y="38812"/>
                          <a:pt x="8449651" y="0"/>
                        </a:cubicBezTo>
                        <a:cubicBezTo>
                          <a:pt x="8806089" y="-38812"/>
                          <a:pt x="8702562" y="12998"/>
                          <a:pt x="8925688" y="0"/>
                        </a:cubicBezTo>
                        <a:cubicBezTo>
                          <a:pt x="9148814" y="-12998"/>
                          <a:pt x="9487755" y="97643"/>
                          <a:pt x="9758752" y="0"/>
                        </a:cubicBezTo>
                        <a:cubicBezTo>
                          <a:pt x="10029749" y="-97643"/>
                          <a:pt x="10205548" y="97972"/>
                          <a:pt x="10591816" y="0"/>
                        </a:cubicBezTo>
                        <a:cubicBezTo>
                          <a:pt x="10978084" y="-97972"/>
                          <a:pt x="10972415" y="4333"/>
                          <a:pt x="11186862" y="0"/>
                        </a:cubicBezTo>
                        <a:cubicBezTo>
                          <a:pt x="11401309" y="-4333"/>
                          <a:pt x="11610116" y="28820"/>
                          <a:pt x="11900917" y="0"/>
                        </a:cubicBezTo>
                        <a:cubicBezTo>
                          <a:pt x="11923939" y="141937"/>
                          <a:pt x="11870646" y="224975"/>
                          <a:pt x="11900917" y="396775"/>
                        </a:cubicBezTo>
                        <a:cubicBezTo>
                          <a:pt x="11931188" y="568575"/>
                          <a:pt x="11869764" y="666634"/>
                          <a:pt x="11900917" y="858692"/>
                        </a:cubicBezTo>
                        <a:cubicBezTo>
                          <a:pt x="11932070" y="1050750"/>
                          <a:pt x="11879830" y="1200799"/>
                          <a:pt x="11900917" y="1516036"/>
                        </a:cubicBezTo>
                        <a:cubicBezTo>
                          <a:pt x="11922004" y="1831273"/>
                          <a:pt x="11880805" y="1928720"/>
                          <a:pt x="11900917" y="2043095"/>
                        </a:cubicBezTo>
                        <a:cubicBezTo>
                          <a:pt x="11921029" y="2157470"/>
                          <a:pt x="11890717" y="2376673"/>
                          <a:pt x="11900917" y="2505013"/>
                        </a:cubicBezTo>
                        <a:cubicBezTo>
                          <a:pt x="11911117" y="2633353"/>
                          <a:pt x="11841283" y="2908915"/>
                          <a:pt x="11900917" y="3162356"/>
                        </a:cubicBezTo>
                        <a:cubicBezTo>
                          <a:pt x="11960551" y="3415797"/>
                          <a:pt x="11868803" y="3562257"/>
                          <a:pt x="11900917" y="3754558"/>
                        </a:cubicBezTo>
                        <a:cubicBezTo>
                          <a:pt x="11933031" y="3946859"/>
                          <a:pt x="11897798" y="4176796"/>
                          <a:pt x="11900917" y="4346759"/>
                        </a:cubicBezTo>
                        <a:cubicBezTo>
                          <a:pt x="11904036" y="4516722"/>
                          <a:pt x="11873351" y="4727109"/>
                          <a:pt x="11900917" y="5069245"/>
                        </a:cubicBezTo>
                        <a:cubicBezTo>
                          <a:pt x="11928483" y="5411381"/>
                          <a:pt x="11892383" y="5576496"/>
                          <a:pt x="11900917" y="5726589"/>
                        </a:cubicBezTo>
                        <a:cubicBezTo>
                          <a:pt x="11909451" y="5876682"/>
                          <a:pt x="11886121" y="6166463"/>
                          <a:pt x="11900917" y="6514217"/>
                        </a:cubicBezTo>
                        <a:cubicBezTo>
                          <a:pt x="11792006" y="6525969"/>
                          <a:pt x="11543793" y="6503439"/>
                          <a:pt x="11424880" y="6514217"/>
                        </a:cubicBezTo>
                        <a:cubicBezTo>
                          <a:pt x="11305967" y="6524995"/>
                          <a:pt x="11236658" y="6510181"/>
                          <a:pt x="11186862" y="6514217"/>
                        </a:cubicBezTo>
                        <a:cubicBezTo>
                          <a:pt x="11137066" y="6518253"/>
                          <a:pt x="10770881" y="6481074"/>
                          <a:pt x="10472807" y="6514217"/>
                        </a:cubicBezTo>
                        <a:cubicBezTo>
                          <a:pt x="10174733" y="6547360"/>
                          <a:pt x="10282735" y="6473421"/>
                          <a:pt x="10115779" y="6514217"/>
                        </a:cubicBezTo>
                        <a:cubicBezTo>
                          <a:pt x="9948823" y="6555013"/>
                          <a:pt x="9946095" y="6489509"/>
                          <a:pt x="9877761" y="6514217"/>
                        </a:cubicBezTo>
                        <a:cubicBezTo>
                          <a:pt x="9809427" y="6538925"/>
                          <a:pt x="9616966" y="6500614"/>
                          <a:pt x="9520734" y="6514217"/>
                        </a:cubicBezTo>
                        <a:cubicBezTo>
                          <a:pt x="9424502" y="6527820"/>
                          <a:pt x="9042413" y="6442163"/>
                          <a:pt x="8806679" y="6514217"/>
                        </a:cubicBezTo>
                        <a:cubicBezTo>
                          <a:pt x="8570945" y="6586271"/>
                          <a:pt x="8527969" y="6506521"/>
                          <a:pt x="8449651" y="6514217"/>
                        </a:cubicBezTo>
                        <a:cubicBezTo>
                          <a:pt x="8371333" y="6521913"/>
                          <a:pt x="8262355" y="6506157"/>
                          <a:pt x="8211633" y="6514217"/>
                        </a:cubicBezTo>
                        <a:cubicBezTo>
                          <a:pt x="8160911" y="6522277"/>
                          <a:pt x="7984409" y="6501490"/>
                          <a:pt x="7854605" y="6514217"/>
                        </a:cubicBezTo>
                        <a:cubicBezTo>
                          <a:pt x="7724801" y="6526944"/>
                          <a:pt x="7531595" y="6474088"/>
                          <a:pt x="7378569" y="6514217"/>
                        </a:cubicBezTo>
                        <a:cubicBezTo>
                          <a:pt x="7225543" y="6554346"/>
                          <a:pt x="6974551" y="6451499"/>
                          <a:pt x="6783523" y="6514217"/>
                        </a:cubicBezTo>
                        <a:cubicBezTo>
                          <a:pt x="6592495" y="6576935"/>
                          <a:pt x="6518174" y="6495498"/>
                          <a:pt x="6426495" y="6514217"/>
                        </a:cubicBezTo>
                        <a:cubicBezTo>
                          <a:pt x="6334816" y="6532936"/>
                          <a:pt x="5810775" y="6436906"/>
                          <a:pt x="5593431" y="6514217"/>
                        </a:cubicBezTo>
                        <a:cubicBezTo>
                          <a:pt x="5376087" y="6591528"/>
                          <a:pt x="5180867" y="6497108"/>
                          <a:pt x="4998385" y="6514217"/>
                        </a:cubicBezTo>
                        <a:cubicBezTo>
                          <a:pt x="4815903" y="6531326"/>
                          <a:pt x="4466290" y="6481510"/>
                          <a:pt x="4165321" y="6514217"/>
                        </a:cubicBezTo>
                        <a:cubicBezTo>
                          <a:pt x="3864352" y="6546924"/>
                          <a:pt x="3675306" y="6444849"/>
                          <a:pt x="3451266" y="6514217"/>
                        </a:cubicBezTo>
                        <a:cubicBezTo>
                          <a:pt x="3227226" y="6583585"/>
                          <a:pt x="3190073" y="6462310"/>
                          <a:pt x="2975229" y="6514217"/>
                        </a:cubicBezTo>
                        <a:cubicBezTo>
                          <a:pt x="2760385" y="6566124"/>
                          <a:pt x="2513226" y="6483188"/>
                          <a:pt x="2261174" y="6514217"/>
                        </a:cubicBezTo>
                        <a:cubicBezTo>
                          <a:pt x="2009122" y="6545246"/>
                          <a:pt x="2050698" y="6495859"/>
                          <a:pt x="1904147" y="6514217"/>
                        </a:cubicBezTo>
                        <a:cubicBezTo>
                          <a:pt x="1757596" y="6532575"/>
                          <a:pt x="1463393" y="6471857"/>
                          <a:pt x="1309101" y="6514217"/>
                        </a:cubicBezTo>
                        <a:cubicBezTo>
                          <a:pt x="1154809" y="6556577"/>
                          <a:pt x="1128690" y="6512160"/>
                          <a:pt x="1071083" y="6514217"/>
                        </a:cubicBezTo>
                        <a:cubicBezTo>
                          <a:pt x="1013476" y="6516274"/>
                          <a:pt x="444670" y="6395740"/>
                          <a:pt x="0" y="6514217"/>
                        </a:cubicBezTo>
                        <a:cubicBezTo>
                          <a:pt x="-58835" y="6316695"/>
                          <a:pt x="14857" y="6209747"/>
                          <a:pt x="0" y="5922015"/>
                        </a:cubicBezTo>
                        <a:cubicBezTo>
                          <a:pt x="-14857" y="5634283"/>
                          <a:pt x="5571" y="5570356"/>
                          <a:pt x="0" y="5264672"/>
                        </a:cubicBezTo>
                        <a:cubicBezTo>
                          <a:pt x="-5571" y="4958988"/>
                          <a:pt x="33153" y="4816079"/>
                          <a:pt x="0" y="4607328"/>
                        </a:cubicBezTo>
                        <a:cubicBezTo>
                          <a:pt x="-33153" y="4398577"/>
                          <a:pt x="8946" y="4325624"/>
                          <a:pt x="0" y="4145411"/>
                        </a:cubicBezTo>
                        <a:cubicBezTo>
                          <a:pt x="-8946" y="3965198"/>
                          <a:pt x="71099" y="3758027"/>
                          <a:pt x="0" y="3422925"/>
                        </a:cubicBezTo>
                        <a:cubicBezTo>
                          <a:pt x="-71099" y="3087823"/>
                          <a:pt x="12336" y="2993946"/>
                          <a:pt x="0" y="2830723"/>
                        </a:cubicBezTo>
                        <a:cubicBezTo>
                          <a:pt x="-12336" y="2667500"/>
                          <a:pt x="20373" y="2607200"/>
                          <a:pt x="0" y="2433948"/>
                        </a:cubicBezTo>
                        <a:cubicBezTo>
                          <a:pt x="-20373" y="2260697"/>
                          <a:pt x="37889" y="2113357"/>
                          <a:pt x="0" y="1841747"/>
                        </a:cubicBezTo>
                        <a:cubicBezTo>
                          <a:pt x="-37889" y="1570137"/>
                          <a:pt x="15440" y="1544143"/>
                          <a:pt x="0" y="1314687"/>
                        </a:cubicBezTo>
                        <a:cubicBezTo>
                          <a:pt x="-15440" y="1085231"/>
                          <a:pt x="906" y="976499"/>
                          <a:pt x="0" y="787628"/>
                        </a:cubicBezTo>
                        <a:cubicBezTo>
                          <a:pt x="-906" y="598757"/>
                          <a:pt x="29049" y="2391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具体实现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1F4FFBC-0FB1-2355-1742-09EFEAC1D40C}"/>
              </a:ext>
            </a:extLst>
          </p:cNvPr>
          <p:cNvSpPr txBox="1"/>
          <p:nvPr/>
        </p:nvSpPr>
        <p:spPr>
          <a:xfrm>
            <a:off x="6895700" y="1097193"/>
            <a:ext cx="388876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000" b="1" dirty="0">
                <a:latin typeface="Microsoft YaHei UI"/>
                <a:ea typeface="Microsoft YaHei UI"/>
              </a:rPr>
              <a:t>为什么要动态链接重定向？</a:t>
            </a:r>
          </a:p>
        </p:txBody>
      </p:sp>
      <p:sp>
        <p:nvSpPr>
          <p:cNvPr id="35" name="等腰三角形 34">
            <a:extLst>
              <a:ext uri="{FF2B5EF4-FFF2-40B4-BE49-F238E27FC236}">
                <a16:creationId xmlns:a16="http://schemas.microsoft.com/office/drawing/2014/main" id="{4D7D83F2-1667-B1DC-2E36-7BE44352A0DB}"/>
              </a:ext>
            </a:extLst>
          </p:cNvPr>
          <p:cNvSpPr/>
          <p:nvPr/>
        </p:nvSpPr>
        <p:spPr>
          <a:xfrm rot="5400000">
            <a:off x="6646168" y="1173481"/>
            <a:ext cx="251528" cy="247535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25F7C97-BD44-70F4-D325-692C8162CEF4}"/>
              </a:ext>
            </a:extLst>
          </p:cNvPr>
          <p:cNvSpPr txBox="1"/>
          <p:nvPr/>
        </p:nvSpPr>
        <p:spPr>
          <a:xfrm>
            <a:off x="6494731" y="1510934"/>
            <a:ext cx="55603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zh-CN" altLang="en-US" dirty="0">
                <a:latin typeface="Microsoft YaHei UI"/>
                <a:ea typeface="Microsoft YaHei UI"/>
              </a:rPr>
              <a:t>实际环境中程序路径可能不存在或与编译时不同</a:t>
            </a:r>
            <a:endParaRPr lang="zh-CN" altLang="en-US" dirty="0">
              <a:solidFill>
                <a:srgbClr val="FF0000"/>
              </a:solidFill>
              <a:latin typeface="Microsoft YaHei UI"/>
              <a:ea typeface="Microsoft YaHei UI"/>
            </a:endParaRPr>
          </a:p>
        </p:txBody>
      </p:sp>
    </p:spTree>
    <p:extLst>
      <p:ext uri="{BB962C8B-B14F-4D97-AF65-F5344CB8AC3E}">
        <p14:creationId xmlns:p14="http://schemas.microsoft.com/office/powerpoint/2010/main" val="261380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664"/>
    </mc:Choice>
    <mc:Fallback xmlns="">
      <p:transition spd="slow" advTm="7866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BE232-02B6-D6F3-F810-474D09E8A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0BC6346-F986-24C3-B037-8BFE5373BDF0}"/>
              </a:ext>
            </a:extLst>
          </p:cNvPr>
          <p:cNvCxnSpPr>
            <a:cxnSpLocks/>
          </p:cNvCxnSpPr>
          <p:nvPr/>
        </p:nvCxnSpPr>
        <p:spPr>
          <a:xfrm>
            <a:off x="0" y="994868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7A97FA6-36D3-89D6-AD4D-7CF793242A88}"/>
              </a:ext>
            </a:extLst>
          </p:cNvPr>
          <p:cNvSpPr txBox="1"/>
          <p:nvPr/>
        </p:nvSpPr>
        <p:spPr>
          <a:xfrm>
            <a:off x="1217906" y="286987"/>
            <a:ext cx="3105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  <a:latin typeface="微软雅黑"/>
                <a:ea typeface="微软雅黑"/>
              </a:rPr>
              <a:t>三、部分实现细节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EE2059B-76C2-8562-3D3E-CD7AF2F88371}"/>
              </a:ext>
            </a:extLst>
          </p:cNvPr>
          <p:cNvCxnSpPr>
            <a:cxnSpLocks/>
          </p:cNvCxnSpPr>
          <p:nvPr/>
        </p:nvCxnSpPr>
        <p:spPr>
          <a:xfrm flipH="1">
            <a:off x="-1" y="0"/>
            <a:ext cx="1" cy="68580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DDEEA9F-E1F8-61AE-67AD-6F54508E05B3}"/>
              </a:ext>
            </a:extLst>
          </p:cNvPr>
          <p:cNvCxnSpPr>
            <a:cxnSpLocks/>
          </p:cNvCxnSpPr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1B16949-17A0-E61F-7676-78144204670E}"/>
              </a:ext>
            </a:extLst>
          </p:cNvPr>
          <p:cNvCxnSpPr>
            <a:cxnSpLocks/>
          </p:cNvCxnSpPr>
          <p:nvPr/>
        </p:nvCxnSpPr>
        <p:spPr>
          <a:xfrm>
            <a:off x="0" y="6858000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9051057-5DCE-8B94-6BE3-5351DFBD4D67}"/>
              </a:ext>
            </a:extLst>
          </p:cNvPr>
          <p:cNvCxnSpPr>
            <a:cxnSpLocks/>
          </p:cNvCxnSpPr>
          <p:nvPr/>
        </p:nvCxnSpPr>
        <p:spPr>
          <a:xfrm>
            <a:off x="-1" y="0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E46004F9-7285-F1B7-EB3B-C4D8C5C17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857" y="50484"/>
            <a:ext cx="3440589" cy="893901"/>
          </a:xfrm>
          <a:prstGeom prst="rect">
            <a:avLst/>
          </a:prstGeom>
        </p:spPr>
      </p:pic>
      <p:pic>
        <p:nvPicPr>
          <p:cNvPr id="23" name="图形 22" descr="Internet 纯色填充">
            <a:extLst>
              <a:ext uri="{FF2B5EF4-FFF2-40B4-BE49-F238E27FC236}">
                <a16:creationId xmlns:a16="http://schemas.microsoft.com/office/drawing/2014/main" id="{D8CB63F3-B145-04CB-4A4D-02EA8C7994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753" y="80468"/>
            <a:ext cx="914400" cy="914400"/>
          </a:xfrm>
          <a:prstGeom prst="rect">
            <a:avLst/>
          </a:prstGeom>
        </p:spPr>
      </p:pic>
      <p:sp>
        <p:nvSpPr>
          <p:cNvPr id="5" name="等腰三角形 4">
            <a:extLst>
              <a:ext uri="{FF2B5EF4-FFF2-40B4-BE49-F238E27FC236}">
                <a16:creationId xmlns:a16="http://schemas.microsoft.com/office/drawing/2014/main" id="{CCAB872C-6B22-39BC-1A4C-BC44FE36F701}"/>
              </a:ext>
            </a:extLst>
          </p:cNvPr>
          <p:cNvSpPr/>
          <p:nvPr/>
        </p:nvSpPr>
        <p:spPr>
          <a:xfrm rot="5400000">
            <a:off x="205327" y="1242443"/>
            <a:ext cx="251528" cy="247535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C63118-2541-8731-827D-E3DB02BC84EA}"/>
              </a:ext>
            </a:extLst>
          </p:cNvPr>
          <p:cNvSpPr txBox="1"/>
          <p:nvPr/>
        </p:nvSpPr>
        <p:spPr>
          <a:xfrm>
            <a:off x="454859" y="1161882"/>
            <a:ext cx="3888761" cy="3987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altLang="zh-CN" sz="2000" b="1" dirty="0">
                <a:latin typeface="Microsoft YaHei UI" panose="020B0503020204020204" charset="-122"/>
                <a:ea typeface="Microsoft YaHei UI" panose="020B0503020204020204" charset="-122"/>
              </a:rPr>
              <a:t>sys_tgkill</a:t>
            </a:r>
            <a:r>
              <a:rPr lang="zh-CN" altLang="en-US" sz="2000" b="1" dirty="0">
                <a:latin typeface="Microsoft YaHei UI" panose="020B0503020204020204" charset="-122"/>
                <a:ea typeface="Microsoft YaHei UI" panose="020B0503020204020204" charset="-122"/>
              </a:rPr>
              <a:t>系统调用实现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84495C-AA3E-9900-F0B0-FAB864E46DB7}"/>
              </a:ext>
            </a:extLst>
          </p:cNvPr>
          <p:cNvSpPr txBox="1"/>
          <p:nvPr/>
        </p:nvSpPr>
        <p:spPr>
          <a:xfrm>
            <a:off x="207587" y="1578529"/>
            <a:ext cx="5894070" cy="3371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 algn="l">
              <a:buFont typeface="Arial" panose="020B0604020202020204"/>
              <a:buChar char="•"/>
            </a:pPr>
            <a:r>
              <a:rPr lang="zh-CN" altLang="en-US" sz="16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用于线程间通信、控制和同步，相比于tkill更加安全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2748A6-3453-B62B-2C67-291A3DB9210C}"/>
              </a:ext>
            </a:extLst>
          </p:cNvPr>
          <p:cNvSpPr/>
          <p:nvPr/>
        </p:nvSpPr>
        <p:spPr>
          <a:xfrm>
            <a:off x="137181" y="1981063"/>
            <a:ext cx="5894069" cy="283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 cmpd="sng">
            <a:solidFill>
              <a:schemeClr val="accent2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900917"/>
                      <a:gd name="connsiteY0" fmla="*/ 0 h 6514217"/>
                      <a:gd name="connsiteX1" fmla="*/ 476037 w 11900917"/>
                      <a:gd name="connsiteY1" fmla="*/ 0 h 6514217"/>
                      <a:gd name="connsiteX2" fmla="*/ 714055 w 11900917"/>
                      <a:gd name="connsiteY2" fmla="*/ 0 h 6514217"/>
                      <a:gd name="connsiteX3" fmla="*/ 1547119 w 11900917"/>
                      <a:gd name="connsiteY3" fmla="*/ 0 h 6514217"/>
                      <a:gd name="connsiteX4" fmla="*/ 2023156 w 11900917"/>
                      <a:gd name="connsiteY4" fmla="*/ 0 h 6514217"/>
                      <a:gd name="connsiteX5" fmla="*/ 2499193 w 11900917"/>
                      <a:gd name="connsiteY5" fmla="*/ 0 h 6514217"/>
                      <a:gd name="connsiteX6" fmla="*/ 3332257 w 11900917"/>
                      <a:gd name="connsiteY6" fmla="*/ 0 h 6514217"/>
                      <a:gd name="connsiteX7" fmla="*/ 3689284 w 11900917"/>
                      <a:gd name="connsiteY7" fmla="*/ 0 h 6514217"/>
                      <a:gd name="connsiteX8" fmla="*/ 4522348 w 11900917"/>
                      <a:gd name="connsiteY8" fmla="*/ 0 h 6514217"/>
                      <a:gd name="connsiteX9" fmla="*/ 5355413 w 11900917"/>
                      <a:gd name="connsiteY9" fmla="*/ 0 h 6514217"/>
                      <a:gd name="connsiteX10" fmla="*/ 5950459 w 11900917"/>
                      <a:gd name="connsiteY10" fmla="*/ 0 h 6514217"/>
                      <a:gd name="connsiteX11" fmla="*/ 6783523 w 11900917"/>
                      <a:gd name="connsiteY11" fmla="*/ 0 h 6514217"/>
                      <a:gd name="connsiteX12" fmla="*/ 7259559 w 11900917"/>
                      <a:gd name="connsiteY12" fmla="*/ 0 h 6514217"/>
                      <a:gd name="connsiteX13" fmla="*/ 7735596 w 11900917"/>
                      <a:gd name="connsiteY13" fmla="*/ 0 h 6514217"/>
                      <a:gd name="connsiteX14" fmla="*/ 8449651 w 11900917"/>
                      <a:gd name="connsiteY14" fmla="*/ 0 h 6514217"/>
                      <a:gd name="connsiteX15" fmla="*/ 8925688 w 11900917"/>
                      <a:gd name="connsiteY15" fmla="*/ 0 h 6514217"/>
                      <a:gd name="connsiteX16" fmla="*/ 9758752 w 11900917"/>
                      <a:gd name="connsiteY16" fmla="*/ 0 h 6514217"/>
                      <a:gd name="connsiteX17" fmla="*/ 10591816 w 11900917"/>
                      <a:gd name="connsiteY17" fmla="*/ 0 h 6514217"/>
                      <a:gd name="connsiteX18" fmla="*/ 11186862 w 11900917"/>
                      <a:gd name="connsiteY18" fmla="*/ 0 h 6514217"/>
                      <a:gd name="connsiteX19" fmla="*/ 11900917 w 11900917"/>
                      <a:gd name="connsiteY19" fmla="*/ 0 h 6514217"/>
                      <a:gd name="connsiteX20" fmla="*/ 11900917 w 11900917"/>
                      <a:gd name="connsiteY20" fmla="*/ 396775 h 6514217"/>
                      <a:gd name="connsiteX21" fmla="*/ 11900917 w 11900917"/>
                      <a:gd name="connsiteY21" fmla="*/ 858692 h 6514217"/>
                      <a:gd name="connsiteX22" fmla="*/ 11900917 w 11900917"/>
                      <a:gd name="connsiteY22" fmla="*/ 1516036 h 6514217"/>
                      <a:gd name="connsiteX23" fmla="*/ 11900917 w 11900917"/>
                      <a:gd name="connsiteY23" fmla="*/ 2043095 h 6514217"/>
                      <a:gd name="connsiteX24" fmla="*/ 11900917 w 11900917"/>
                      <a:gd name="connsiteY24" fmla="*/ 2505013 h 6514217"/>
                      <a:gd name="connsiteX25" fmla="*/ 11900917 w 11900917"/>
                      <a:gd name="connsiteY25" fmla="*/ 3162356 h 6514217"/>
                      <a:gd name="connsiteX26" fmla="*/ 11900917 w 11900917"/>
                      <a:gd name="connsiteY26" fmla="*/ 3754558 h 6514217"/>
                      <a:gd name="connsiteX27" fmla="*/ 11900917 w 11900917"/>
                      <a:gd name="connsiteY27" fmla="*/ 4346759 h 6514217"/>
                      <a:gd name="connsiteX28" fmla="*/ 11900917 w 11900917"/>
                      <a:gd name="connsiteY28" fmla="*/ 5069245 h 6514217"/>
                      <a:gd name="connsiteX29" fmla="*/ 11900917 w 11900917"/>
                      <a:gd name="connsiteY29" fmla="*/ 5726589 h 6514217"/>
                      <a:gd name="connsiteX30" fmla="*/ 11900917 w 11900917"/>
                      <a:gd name="connsiteY30" fmla="*/ 6514217 h 6514217"/>
                      <a:gd name="connsiteX31" fmla="*/ 11424880 w 11900917"/>
                      <a:gd name="connsiteY31" fmla="*/ 6514217 h 6514217"/>
                      <a:gd name="connsiteX32" fmla="*/ 11186862 w 11900917"/>
                      <a:gd name="connsiteY32" fmla="*/ 6514217 h 6514217"/>
                      <a:gd name="connsiteX33" fmla="*/ 10472807 w 11900917"/>
                      <a:gd name="connsiteY33" fmla="*/ 6514217 h 6514217"/>
                      <a:gd name="connsiteX34" fmla="*/ 10115779 w 11900917"/>
                      <a:gd name="connsiteY34" fmla="*/ 6514217 h 6514217"/>
                      <a:gd name="connsiteX35" fmla="*/ 9877761 w 11900917"/>
                      <a:gd name="connsiteY35" fmla="*/ 6514217 h 6514217"/>
                      <a:gd name="connsiteX36" fmla="*/ 9520734 w 11900917"/>
                      <a:gd name="connsiteY36" fmla="*/ 6514217 h 6514217"/>
                      <a:gd name="connsiteX37" fmla="*/ 8806679 w 11900917"/>
                      <a:gd name="connsiteY37" fmla="*/ 6514217 h 6514217"/>
                      <a:gd name="connsiteX38" fmla="*/ 8449651 w 11900917"/>
                      <a:gd name="connsiteY38" fmla="*/ 6514217 h 6514217"/>
                      <a:gd name="connsiteX39" fmla="*/ 8211633 w 11900917"/>
                      <a:gd name="connsiteY39" fmla="*/ 6514217 h 6514217"/>
                      <a:gd name="connsiteX40" fmla="*/ 7854605 w 11900917"/>
                      <a:gd name="connsiteY40" fmla="*/ 6514217 h 6514217"/>
                      <a:gd name="connsiteX41" fmla="*/ 7378569 w 11900917"/>
                      <a:gd name="connsiteY41" fmla="*/ 6514217 h 6514217"/>
                      <a:gd name="connsiteX42" fmla="*/ 6783523 w 11900917"/>
                      <a:gd name="connsiteY42" fmla="*/ 6514217 h 6514217"/>
                      <a:gd name="connsiteX43" fmla="*/ 6426495 w 11900917"/>
                      <a:gd name="connsiteY43" fmla="*/ 6514217 h 6514217"/>
                      <a:gd name="connsiteX44" fmla="*/ 5593431 w 11900917"/>
                      <a:gd name="connsiteY44" fmla="*/ 6514217 h 6514217"/>
                      <a:gd name="connsiteX45" fmla="*/ 4998385 w 11900917"/>
                      <a:gd name="connsiteY45" fmla="*/ 6514217 h 6514217"/>
                      <a:gd name="connsiteX46" fmla="*/ 4165321 w 11900917"/>
                      <a:gd name="connsiteY46" fmla="*/ 6514217 h 6514217"/>
                      <a:gd name="connsiteX47" fmla="*/ 3451266 w 11900917"/>
                      <a:gd name="connsiteY47" fmla="*/ 6514217 h 6514217"/>
                      <a:gd name="connsiteX48" fmla="*/ 2975229 w 11900917"/>
                      <a:gd name="connsiteY48" fmla="*/ 6514217 h 6514217"/>
                      <a:gd name="connsiteX49" fmla="*/ 2261174 w 11900917"/>
                      <a:gd name="connsiteY49" fmla="*/ 6514217 h 6514217"/>
                      <a:gd name="connsiteX50" fmla="*/ 1904147 w 11900917"/>
                      <a:gd name="connsiteY50" fmla="*/ 6514217 h 6514217"/>
                      <a:gd name="connsiteX51" fmla="*/ 1309101 w 11900917"/>
                      <a:gd name="connsiteY51" fmla="*/ 6514217 h 6514217"/>
                      <a:gd name="connsiteX52" fmla="*/ 1071083 w 11900917"/>
                      <a:gd name="connsiteY52" fmla="*/ 6514217 h 6514217"/>
                      <a:gd name="connsiteX53" fmla="*/ 0 w 11900917"/>
                      <a:gd name="connsiteY53" fmla="*/ 6514217 h 6514217"/>
                      <a:gd name="connsiteX54" fmla="*/ 0 w 11900917"/>
                      <a:gd name="connsiteY54" fmla="*/ 5922015 h 6514217"/>
                      <a:gd name="connsiteX55" fmla="*/ 0 w 11900917"/>
                      <a:gd name="connsiteY55" fmla="*/ 5264672 h 6514217"/>
                      <a:gd name="connsiteX56" fmla="*/ 0 w 11900917"/>
                      <a:gd name="connsiteY56" fmla="*/ 4607328 h 6514217"/>
                      <a:gd name="connsiteX57" fmla="*/ 0 w 11900917"/>
                      <a:gd name="connsiteY57" fmla="*/ 4145411 h 6514217"/>
                      <a:gd name="connsiteX58" fmla="*/ 0 w 11900917"/>
                      <a:gd name="connsiteY58" fmla="*/ 3422925 h 6514217"/>
                      <a:gd name="connsiteX59" fmla="*/ 0 w 11900917"/>
                      <a:gd name="connsiteY59" fmla="*/ 2830723 h 6514217"/>
                      <a:gd name="connsiteX60" fmla="*/ 0 w 11900917"/>
                      <a:gd name="connsiteY60" fmla="*/ 2433948 h 6514217"/>
                      <a:gd name="connsiteX61" fmla="*/ 0 w 11900917"/>
                      <a:gd name="connsiteY61" fmla="*/ 1841747 h 6514217"/>
                      <a:gd name="connsiteX62" fmla="*/ 0 w 11900917"/>
                      <a:gd name="connsiteY62" fmla="*/ 1314687 h 6514217"/>
                      <a:gd name="connsiteX63" fmla="*/ 0 w 11900917"/>
                      <a:gd name="connsiteY63" fmla="*/ 787628 h 6514217"/>
                      <a:gd name="connsiteX64" fmla="*/ 0 w 11900917"/>
                      <a:gd name="connsiteY64" fmla="*/ 0 h 6514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11900917" h="6514217" extrusionOk="0">
                        <a:moveTo>
                          <a:pt x="0" y="0"/>
                        </a:moveTo>
                        <a:cubicBezTo>
                          <a:pt x="237347" y="-25440"/>
                          <a:pt x="380125" y="19026"/>
                          <a:pt x="476037" y="0"/>
                        </a:cubicBezTo>
                        <a:cubicBezTo>
                          <a:pt x="571949" y="-19026"/>
                          <a:pt x="595303" y="8080"/>
                          <a:pt x="714055" y="0"/>
                        </a:cubicBezTo>
                        <a:cubicBezTo>
                          <a:pt x="832807" y="-8080"/>
                          <a:pt x="1334682" y="58008"/>
                          <a:pt x="1547119" y="0"/>
                        </a:cubicBezTo>
                        <a:cubicBezTo>
                          <a:pt x="1759556" y="-58008"/>
                          <a:pt x="1920909" y="7543"/>
                          <a:pt x="2023156" y="0"/>
                        </a:cubicBezTo>
                        <a:cubicBezTo>
                          <a:pt x="2125403" y="-7543"/>
                          <a:pt x="2389367" y="42848"/>
                          <a:pt x="2499193" y="0"/>
                        </a:cubicBezTo>
                        <a:cubicBezTo>
                          <a:pt x="2609019" y="-42848"/>
                          <a:pt x="3062924" y="1682"/>
                          <a:pt x="3332257" y="0"/>
                        </a:cubicBezTo>
                        <a:cubicBezTo>
                          <a:pt x="3601590" y="-1682"/>
                          <a:pt x="3575415" y="23112"/>
                          <a:pt x="3689284" y="0"/>
                        </a:cubicBezTo>
                        <a:cubicBezTo>
                          <a:pt x="3803153" y="-23112"/>
                          <a:pt x="4136397" y="90254"/>
                          <a:pt x="4522348" y="0"/>
                        </a:cubicBezTo>
                        <a:cubicBezTo>
                          <a:pt x="4908299" y="-90254"/>
                          <a:pt x="5152834" y="83380"/>
                          <a:pt x="5355413" y="0"/>
                        </a:cubicBezTo>
                        <a:cubicBezTo>
                          <a:pt x="5557992" y="-83380"/>
                          <a:pt x="5794929" y="52432"/>
                          <a:pt x="5950459" y="0"/>
                        </a:cubicBezTo>
                        <a:cubicBezTo>
                          <a:pt x="6105989" y="-52432"/>
                          <a:pt x="6554819" y="23660"/>
                          <a:pt x="6783523" y="0"/>
                        </a:cubicBezTo>
                        <a:cubicBezTo>
                          <a:pt x="7012227" y="-23660"/>
                          <a:pt x="7161139" y="35289"/>
                          <a:pt x="7259559" y="0"/>
                        </a:cubicBezTo>
                        <a:cubicBezTo>
                          <a:pt x="7357979" y="-35289"/>
                          <a:pt x="7513593" y="26788"/>
                          <a:pt x="7735596" y="0"/>
                        </a:cubicBezTo>
                        <a:cubicBezTo>
                          <a:pt x="7957599" y="-26788"/>
                          <a:pt x="8093213" y="38812"/>
                          <a:pt x="8449651" y="0"/>
                        </a:cubicBezTo>
                        <a:cubicBezTo>
                          <a:pt x="8806089" y="-38812"/>
                          <a:pt x="8702562" y="12998"/>
                          <a:pt x="8925688" y="0"/>
                        </a:cubicBezTo>
                        <a:cubicBezTo>
                          <a:pt x="9148814" y="-12998"/>
                          <a:pt x="9487755" y="97643"/>
                          <a:pt x="9758752" y="0"/>
                        </a:cubicBezTo>
                        <a:cubicBezTo>
                          <a:pt x="10029749" y="-97643"/>
                          <a:pt x="10205548" y="97972"/>
                          <a:pt x="10591816" y="0"/>
                        </a:cubicBezTo>
                        <a:cubicBezTo>
                          <a:pt x="10978084" y="-97972"/>
                          <a:pt x="10972415" y="4333"/>
                          <a:pt x="11186862" y="0"/>
                        </a:cubicBezTo>
                        <a:cubicBezTo>
                          <a:pt x="11401309" y="-4333"/>
                          <a:pt x="11610116" y="28820"/>
                          <a:pt x="11900917" y="0"/>
                        </a:cubicBezTo>
                        <a:cubicBezTo>
                          <a:pt x="11923939" y="141937"/>
                          <a:pt x="11870646" y="224975"/>
                          <a:pt x="11900917" y="396775"/>
                        </a:cubicBezTo>
                        <a:cubicBezTo>
                          <a:pt x="11931188" y="568575"/>
                          <a:pt x="11869764" y="666634"/>
                          <a:pt x="11900917" y="858692"/>
                        </a:cubicBezTo>
                        <a:cubicBezTo>
                          <a:pt x="11932070" y="1050750"/>
                          <a:pt x="11879830" y="1200799"/>
                          <a:pt x="11900917" y="1516036"/>
                        </a:cubicBezTo>
                        <a:cubicBezTo>
                          <a:pt x="11922004" y="1831273"/>
                          <a:pt x="11880805" y="1928720"/>
                          <a:pt x="11900917" y="2043095"/>
                        </a:cubicBezTo>
                        <a:cubicBezTo>
                          <a:pt x="11921029" y="2157470"/>
                          <a:pt x="11890717" y="2376673"/>
                          <a:pt x="11900917" y="2505013"/>
                        </a:cubicBezTo>
                        <a:cubicBezTo>
                          <a:pt x="11911117" y="2633353"/>
                          <a:pt x="11841283" y="2908915"/>
                          <a:pt x="11900917" y="3162356"/>
                        </a:cubicBezTo>
                        <a:cubicBezTo>
                          <a:pt x="11960551" y="3415797"/>
                          <a:pt x="11868803" y="3562257"/>
                          <a:pt x="11900917" y="3754558"/>
                        </a:cubicBezTo>
                        <a:cubicBezTo>
                          <a:pt x="11933031" y="3946859"/>
                          <a:pt x="11897798" y="4176796"/>
                          <a:pt x="11900917" y="4346759"/>
                        </a:cubicBezTo>
                        <a:cubicBezTo>
                          <a:pt x="11904036" y="4516722"/>
                          <a:pt x="11873351" y="4727109"/>
                          <a:pt x="11900917" y="5069245"/>
                        </a:cubicBezTo>
                        <a:cubicBezTo>
                          <a:pt x="11928483" y="5411381"/>
                          <a:pt x="11892383" y="5576496"/>
                          <a:pt x="11900917" y="5726589"/>
                        </a:cubicBezTo>
                        <a:cubicBezTo>
                          <a:pt x="11909451" y="5876682"/>
                          <a:pt x="11886121" y="6166463"/>
                          <a:pt x="11900917" y="6514217"/>
                        </a:cubicBezTo>
                        <a:cubicBezTo>
                          <a:pt x="11792006" y="6525969"/>
                          <a:pt x="11543793" y="6503439"/>
                          <a:pt x="11424880" y="6514217"/>
                        </a:cubicBezTo>
                        <a:cubicBezTo>
                          <a:pt x="11305967" y="6524995"/>
                          <a:pt x="11236658" y="6510181"/>
                          <a:pt x="11186862" y="6514217"/>
                        </a:cubicBezTo>
                        <a:cubicBezTo>
                          <a:pt x="11137066" y="6518253"/>
                          <a:pt x="10770881" y="6481074"/>
                          <a:pt x="10472807" y="6514217"/>
                        </a:cubicBezTo>
                        <a:cubicBezTo>
                          <a:pt x="10174733" y="6547360"/>
                          <a:pt x="10282735" y="6473421"/>
                          <a:pt x="10115779" y="6514217"/>
                        </a:cubicBezTo>
                        <a:cubicBezTo>
                          <a:pt x="9948823" y="6555013"/>
                          <a:pt x="9946095" y="6489509"/>
                          <a:pt x="9877761" y="6514217"/>
                        </a:cubicBezTo>
                        <a:cubicBezTo>
                          <a:pt x="9809427" y="6538925"/>
                          <a:pt x="9616966" y="6500614"/>
                          <a:pt x="9520734" y="6514217"/>
                        </a:cubicBezTo>
                        <a:cubicBezTo>
                          <a:pt x="9424502" y="6527820"/>
                          <a:pt x="9042413" y="6442163"/>
                          <a:pt x="8806679" y="6514217"/>
                        </a:cubicBezTo>
                        <a:cubicBezTo>
                          <a:pt x="8570945" y="6586271"/>
                          <a:pt x="8527969" y="6506521"/>
                          <a:pt x="8449651" y="6514217"/>
                        </a:cubicBezTo>
                        <a:cubicBezTo>
                          <a:pt x="8371333" y="6521913"/>
                          <a:pt x="8262355" y="6506157"/>
                          <a:pt x="8211633" y="6514217"/>
                        </a:cubicBezTo>
                        <a:cubicBezTo>
                          <a:pt x="8160911" y="6522277"/>
                          <a:pt x="7984409" y="6501490"/>
                          <a:pt x="7854605" y="6514217"/>
                        </a:cubicBezTo>
                        <a:cubicBezTo>
                          <a:pt x="7724801" y="6526944"/>
                          <a:pt x="7531595" y="6474088"/>
                          <a:pt x="7378569" y="6514217"/>
                        </a:cubicBezTo>
                        <a:cubicBezTo>
                          <a:pt x="7225543" y="6554346"/>
                          <a:pt x="6974551" y="6451499"/>
                          <a:pt x="6783523" y="6514217"/>
                        </a:cubicBezTo>
                        <a:cubicBezTo>
                          <a:pt x="6592495" y="6576935"/>
                          <a:pt x="6518174" y="6495498"/>
                          <a:pt x="6426495" y="6514217"/>
                        </a:cubicBezTo>
                        <a:cubicBezTo>
                          <a:pt x="6334816" y="6532936"/>
                          <a:pt x="5810775" y="6436906"/>
                          <a:pt x="5593431" y="6514217"/>
                        </a:cubicBezTo>
                        <a:cubicBezTo>
                          <a:pt x="5376087" y="6591528"/>
                          <a:pt x="5180867" y="6497108"/>
                          <a:pt x="4998385" y="6514217"/>
                        </a:cubicBezTo>
                        <a:cubicBezTo>
                          <a:pt x="4815903" y="6531326"/>
                          <a:pt x="4466290" y="6481510"/>
                          <a:pt x="4165321" y="6514217"/>
                        </a:cubicBezTo>
                        <a:cubicBezTo>
                          <a:pt x="3864352" y="6546924"/>
                          <a:pt x="3675306" y="6444849"/>
                          <a:pt x="3451266" y="6514217"/>
                        </a:cubicBezTo>
                        <a:cubicBezTo>
                          <a:pt x="3227226" y="6583585"/>
                          <a:pt x="3190073" y="6462310"/>
                          <a:pt x="2975229" y="6514217"/>
                        </a:cubicBezTo>
                        <a:cubicBezTo>
                          <a:pt x="2760385" y="6566124"/>
                          <a:pt x="2513226" y="6483188"/>
                          <a:pt x="2261174" y="6514217"/>
                        </a:cubicBezTo>
                        <a:cubicBezTo>
                          <a:pt x="2009122" y="6545246"/>
                          <a:pt x="2050698" y="6495859"/>
                          <a:pt x="1904147" y="6514217"/>
                        </a:cubicBezTo>
                        <a:cubicBezTo>
                          <a:pt x="1757596" y="6532575"/>
                          <a:pt x="1463393" y="6471857"/>
                          <a:pt x="1309101" y="6514217"/>
                        </a:cubicBezTo>
                        <a:cubicBezTo>
                          <a:pt x="1154809" y="6556577"/>
                          <a:pt x="1128690" y="6512160"/>
                          <a:pt x="1071083" y="6514217"/>
                        </a:cubicBezTo>
                        <a:cubicBezTo>
                          <a:pt x="1013476" y="6516274"/>
                          <a:pt x="444670" y="6395740"/>
                          <a:pt x="0" y="6514217"/>
                        </a:cubicBezTo>
                        <a:cubicBezTo>
                          <a:pt x="-58835" y="6316695"/>
                          <a:pt x="14857" y="6209747"/>
                          <a:pt x="0" y="5922015"/>
                        </a:cubicBezTo>
                        <a:cubicBezTo>
                          <a:pt x="-14857" y="5634283"/>
                          <a:pt x="5571" y="5570356"/>
                          <a:pt x="0" y="5264672"/>
                        </a:cubicBezTo>
                        <a:cubicBezTo>
                          <a:pt x="-5571" y="4958988"/>
                          <a:pt x="33153" y="4816079"/>
                          <a:pt x="0" y="4607328"/>
                        </a:cubicBezTo>
                        <a:cubicBezTo>
                          <a:pt x="-33153" y="4398577"/>
                          <a:pt x="8946" y="4325624"/>
                          <a:pt x="0" y="4145411"/>
                        </a:cubicBezTo>
                        <a:cubicBezTo>
                          <a:pt x="-8946" y="3965198"/>
                          <a:pt x="71099" y="3758027"/>
                          <a:pt x="0" y="3422925"/>
                        </a:cubicBezTo>
                        <a:cubicBezTo>
                          <a:pt x="-71099" y="3087823"/>
                          <a:pt x="12336" y="2993946"/>
                          <a:pt x="0" y="2830723"/>
                        </a:cubicBezTo>
                        <a:cubicBezTo>
                          <a:pt x="-12336" y="2667500"/>
                          <a:pt x="20373" y="2607200"/>
                          <a:pt x="0" y="2433948"/>
                        </a:cubicBezTo>
                        <a:cubicBezTo>
                          <a:pt x="-20373" y="2260697"/>
                          <a:pt x="37889" y="2113357"/>
                          <a:pt x="0" y="1841747"/>
                        </a:cubicBezTo>
                        <a:cubicBezTo>
                          <a:pt x="-37889" y="1570137"/>
                          <a:pt x="15440" y="1544143"/>
                          <a:pt x="0" y="1314687"/>
                        </a:cubicBezTo>
                        <a:cubicBezTo>
                          <a:pt x="-15440" y="1085231"/>
                          <a:pt x="906" y="976499"/>
                          <a:pt x="0" y="787628"/>
                        </a:cubicBezTo>
                        <a:cubicBezTo>
                          <a:pt x="-906" y="598757"/>
                          <a:pt x="29049" y="2391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dirty="0">
              <a:solidFill>
                <a:srgbClr val="002060"/>
              </a:solidFill>
              <a:latin typeface="微软雅黑"/>
              <a:ea typeface="微软雅黑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7038381-A984-CC7D-69DC-79414294BCFD}"/>
              </a:ext>
            </a:extLst>
          </p:cNvPr>
          <p:cNvSpPr txBox="1"/>
          <p:nvPr/>
        </p:nvSpPr>
        <p:spPr>
          <a:xfrm>
            <a:off x="650683" y="2146564"/>
            <a:ext cx="53154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首先验证信号是否合法；</a:t>
            </a:r>
            <a:endParaRPr lang="en-US" altLang="zh-CN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在系统任务列表中查找指定 tgid 所代表的任务；</a:t>
            </a:r>
            <a:endParaRPr lang="en-US" altLang="zh-CN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如果任务存在且 tid 匹配该任务自身的 pid，则将信号添加至其信号队列；</a:t>
            </a:r>
            <a:endParaRPr lang="en-US" altLang="zh-CN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如果目标任务当前处于 Interruptible 状态（可中断的睡眠状态），则主动将其唤醒；</a:t>
            </a:r>
            <a:endParaRPr lang="en-US" altLang="zh-CN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若 tid 与任务不匹配，则记录警告，但不返回错误；</a:t>
            </a:r>
            <a:endParaRPr lang="en-US" altLang="zh-CN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若找不到任务，返回 ESRCH 错误。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697C89F-AA52-709D-4410-CBC604138CC2}"/>
              </a:ext>
            </a:extLst>
          </p:cNvPr>
          <p:cNvSpPr txBox="1"/>
          <p:nvPr/>
        </p:nvSpPr>
        <p:spPr>
          <a:xfrm>
            <a:off x="-2778" y="2541606"/>
            <a:ext cx="9544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实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现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逻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辑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1B04D8A-26BE-2C1A-D7CB-886B5DC17B0A}"/>
              </a:ext>
            </a:extLst>
          </p:cNvPr>
          <p:cNvSpPr/>
          <p:nvPr/>
        </p:nvSpPr>
        <p:spPr>
          <a:xfrm>
            <a:off x="137181" y="4978218"/>
            <a:ext cx="5894069" cy="155147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 cmpd="sng">
            <a:solidFill>
              <a:schemeClr val="accent1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900917"/>
                      <a:gd name="connsiteY0" fmla="*/ 0 h 6514217"/>
                      <a:gd name="connsiteX1" fmla="*/ 476037 w 11900917"/>
                      <a:gd name="connsiteY1" fmla="*/ 0 h 6514217"/>
                      <a:gd name="connsiteX2" fmla="*/ 714055 w 11900917"/>
                      <a:gd name="connsiteY2" fmla="*/ 0 h 6514217"/>
                      <a:gd name="connsiteX3" fmla="*/ 1547119 w 11900917"/>
                      <a:gd name="connsiteY3" fmla="*/ 0 h 6514217"/>
                      <a:gd name="connsiteX4" fmla="*/ 2023156 w 11900917"/>
                      <a:gd name="connsiteY4" fmla="*/ 0 h 6514217"/>
                      <a:gd name="connsiteX5" fmla="*/ 2499193 w 11900917"/>
                      <a:gd name="connsiteY5" fmla="*/ 0 h 6514217"/>
                      <a:gd name="connsiteX6" fmla="*/ 3332257 w 11900917"/>
                      <a:gd name="connsiteY6" fmla="*/ 0 h 6514217"/>
                      <a:gd name="connsiteX7" fmla="*/ 3689284 w 11900917"/>
                      <a:gd name="connsiteY7" fmla="*/ 0 h 6514217"/>
                      <a:gd name="connsiteX8" fmla="*/ 4522348 w 11900917"/>
                      <a:gd name="connsiteY8" fmla="*/ 0 h 6514217"/>
                      <a:gd name="connsiteX9" fmla="*/ 5355413 w 11900917"/>
                      <a:gd name="connsiteY9" fmla="*/ 0 h 6514217"/>
                      <a:gd name="connsiteX10" fmla="*/ 5950459 w 11900917"/>
                      <a:gd name="connsiteY10" fmla="*/ 0 h 6514217"/>
                      <a:gd name="connsiteX11" fmla="*/ 6783523 w 11900917"/>
                      <a:gd name="connsiteY11" fmla="*/ 0 h 6514217"/>
                      <a:gd name="connsiteX12" fmla="*/ 7259559 w 11900917"/>
                      <a:gd name="connsiteY12" fmla="*/ 0 h 6514217"/>
                      <a:gd name="connsiteX13" fmla="*/ 7735596 w 11900917"/>
                      <a:gd name="connsiteY13" fmla="*/ 0 h 6514217"/>
                      <a:gd name="connsiteX14" fmla="*/ 8449651 w 11900917"/>
                      <a:gd name="connsiteY14" fmla="*/ 0 h 6514217"/>
                      <a:gd name="connsiteX15" fmla="*/ 8925688 w 11900917"/>
                      <a:gd name="connsiteY15" fmla="*/ 0 h 6514217"/>
                      <a:gd name="connsiteX16" fmla="*/ 9758752 w 11900917"/>
                      <a:gd name="connsiteY16" fmla="*/ 0 h 6514217"/>
                      <a:gd name="connsiteX17" fmla="*/ 10591816 w 11900917"/>
                      <a:gd name="connsiteY17" fmla="*/ 0 h 6514217"/>
                      <a:gd name="connsiteX18" fmla="*/ 11186862 w 11900917"/>
                      <a:gd name="connsiteY18" fmla="*/ 0 h 6514217"/>
                      <a:gd name="connsiteX19" fmla="*/ 11900917 w 11900917"/>
                      <a:gd name="connsiteY19" fmla="*/ 0 h 6514217"/>
                      <a:gd name="connsiteX20" fmla="*/ 11900917 w 11900917"/>
                      <a:gd name="connsiteY20" fmla="*/ 396775 h 6514217"/>
                      <a:gd name="connsiteX21" fmla="*/ 11900917 w 11900917"/>
                      <a:gd name="connsiteY21" fmla="*/ 858692 h 6514217"/>
                      <a:gd name="connsiteX22" fmla="*/ 11900917 w 11900917"/>
                      <a:gd name="connsiteY22" fmla="*/ 1516036 h 6514217"/>
                      <a:gd name="connsiteX23" fmla="*/ 11900917 w 11900917"/>
                      <a:gd name="connsiteY23" fmla="*/ 2043095 h 6514217"/>
                      <a:gd name="connsiteX24" fmla="*/ 11900917 w 11900917"/>
                      <a:gd name="connsiteY24" fmla="*/ 2505013 h 6514217"/>
                      <a:gd name="connsiteX25" fmla="*/ 11900917 w 11900917"/>
                      <a:gd name="connsiteY25" fmla="*/ 3162356 h 6514217"/>
                      <a:gd name="connsiteX26" fmla="*/ 11900917 w 11900917"/>
                      <a:gd name="connsiteY26" fmla="*/ 3754558 h 6514217"/>
                      <a:gd name="connsiteX27" fmla="*/ 11900917 w 11900917"/>
                      <a:gd name="connsiteY27" fmla="*/ 4346759 h 6514217"/>
                      <a:gd name="connsiteX28" fmla="*/ 11900917 w 11900917"/>
                      <a:gd name="connsiteY28" fmla="*/ 5069245 h 6514217"/>
                      <a:gd name="connsiteX29" fmla="*/ 11900917 w 11900917"/>
                      <a:gd name="connsiteY29" fmla="*/ 5726589 h 6514217"/>
                      <a:gd name="connsiteX30" fmla="*/ 11900917 w 11900917"/>
                      <a:gd name="connsiteY30" fmla="*/ 6514217 h 6514217"/>
                      <a:gd name="connsiteX31" fmla="*/ 11424880 w 11900917"/>
                      <a:gd name="connsiteY31" fmla="*/ 6514217 h 6514217"/>
                      <a:gd name="connsiteX32" fmla="*/ 11186862 w 11900917"/>
                      <a:gd name="connsiteY32" fmla="*/ 6514217 h 6514217"/>
                      <a:gd name="connsiteX33" fmla="*/ 10472807 w 11900917"/>
                      <a:gd name="connsiteY33" fmla="*/ 6514217 h 6514217"/>
                      <a:gd name="connsiteX34" fmla="*/ 10115779 w 11900917"/>
                      <a:gd name="connsiteY34" fmla="*/ 6514217 h 6514217"/>
                      <a:gd name="connsiteX35" fmla="*/ 9877761 w 11900917"/>
                      <a:gd name="connsiteY35" fmla="*/ 6514217 h 6514217"/>
                      <a:gd name="connsiteX36" fmla="*/ 9520734 w 11900917"/>
                      <a:gd name="connsiteY36" fmla="*/ 6514217 h 6514217"/>
                      <a:gd name="connsiteX37" fmla="*/ 8806679 w 11900917"/>
                      <a:gd name="connsiteY37" fmla="*/ 6514217 h 6514217"/>
                      <a:gd name="connsiteX38" fmla="*/ 8449651 w 11900917"/>
                      <a:gd name="connsiteY38" fmla="*/ 6514217 h 6514217"/>
                      <a:gd name="connsiteX39" fmla="*/ 8211633 w 11900917"/>
                      <a:gd name="connsiteY39" fmla="*/ 6514217 h 6514217"/>
                      <a:gd name="connsiteX40" fmla="*/ 7854605 w 11900917"/>
                      <a:gd name="connsiteY40" fmla="*/ 6514217 h 6514217"/>
                      <a:gd name="connsiteX41" fmla="*/ 7378569 w 11900917"/>
                      <a:gd name="connsiteY41" fmla="*/ 6514217 h 6514217"/>
                      <a:gd name="connsiteX42" fmla="*/ 6783523 w 11900917"/>
                      <a:gd name="connsiteY42" fmla="*/ 6514217 h 6514217"/>
                      <a:gd name="connsiteX43" fmla="*/ 6426495 w 11900917"/>
                      <a:gd name="connsiteY43" fmla="*/ 6514217 h 6514217"/>
                      <a:gd name="connsiteX44" fmla="*/ 5593431 w 11900917"/>
                      <a:gd name="connsiteY44" fmla="*/ 6514217 h 6514217"/>
                      <a:gd name="connsiteX45" fmla="*/ 4998385 w 11900917"/>
                      <a:gd name="connsiteY45" fmla="*/ 6514217 h 6514217"/>
                      <a:gd name="connsiteX46" fmla="*/ 4165321 w 11900917"/>
                      <a:gd name="connsiteY46" fmla="*/ 6514217 h 6514217"/>
                      <a:gd name="connsiteX47" fmla="*/ 3451266 w 11900917"/>
                      <a:gd name="connsiteY47" fmla="*/ 6514217 h 6514217"/>
                      <a:gd name="connsiteX48" fmla="*/ 2975229 w 11900917"/>
                      <a:gd name="connsiteY48" fmla="*/ 6514217 h 6514217"/>
                      <a:gd name="connsiteX49" fmla="*/ 2261174 w 11900917"/>
                      <a:gd name="connsiteY49" fmla="*/ 6514217 h 6514217"/>
                      <a:gd name="connsiteX50" fmla="*/ 1904147 w 11900917"/>
                      <a:gd name="connsiteY50" fmla="*/ 6514217 h 6514217"/>
                      <a:gd name="connsiteX51" fmla="*/ 1309101 w 11900917"/>
                      <a:gd name="connsiteY51" fmla="*/ 6514217 h 6514217"/>
                      <a:gd name="connsiteX52" fmla="*/ 1071083 w 11900917"/>
                      <a:gd name="connsiteY52" fmla="*/ 6514217 h 6514217"/>
                      <a:gd name="connsiteX53" fmla="*/ 0 w 11900917"/>
                      <a:gd name="connsiteY53" fmla="*/ 6514217 h 6514217"/>
                      <a:gd name="connsiteX54" fmla="*/ 0 w 11900917"/>
                      <a:gd name="connsiteY54" fmla="*/ 5922015 h 6514217"/>
                      <a:gd name="connsiteX55" fmla="*/ 0 w 11900917"/>
                      <a:gd name="connsiteY55" fmla="*/ 5264672 h 6514217"/>
                      <a:gd name="connsiteX56" fmla="*/ 0 w 11900917"/>
                      <a:gd name="connsiteY56" fmla="*/ 4607328 h 6514217"/>
                      <a:gd name="connsiteX57" fmla="*/ 0 w 11900917"/>
                      <a:gd name="connsiteY57" fmla="*/ 4145411 h 6514217"/>
                      <a:gd name="connsiteX58" fmla="*/ 0 w 11900917"/>
                      <a:gd name="connsiteY58" fmla="*/ 3422925 h 6514217"/>
                      <a:gd name="connsiteX59" fmla="*/ 0 w 11900917"/>
                      <a:gd name="connsiteY59" fmla="*/ 2830723 h 6514217"/>
                      <a:gd name="connsiteX60" fmla="*/ 0 w 11900917"/>
                      <a:gd name="connsiteY60" fmla="*/ 2433948 h 6514217"/>
                      <a:gd name="connsiteX61" fmla="*/ 0 w 11900917"/>
                      <a:gd name="connsiteY61" fmla="*/ 1841747 h 6514217"/>
                      <a:gd name="connsiteX62" fmla="*/ 0 w 11900917"/>
                      <a:gd name="connsiteY62" fmla="*/ 1314687 h 6514217"/>
                      <a:gd name="connsiteX63" fmla="*/ 0 w 11900917"/>
                      <a:gd name="connsiteY63" fmla="*/ 787628 h 6514217"/>
                      <a:gd name="connsiteX64" fmla="*/ 0 w 11900917"/>
                      <a:gd name="connsiteY64" fmla="*/ 0 h 6514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11900917" h="6514217" extrusionOk="0">
                        <a:moveTo>
                          <a:pt x="0" y="0"/>
                        </a:moveTo>
                        <a:cubicBezTo>
                          <a:pt x="237347" y="-25440"/>
                          <a:pt x="380125" y="19026"/>
                          <a:pt x="476037" y="0"/>
                        </a:cubicBezTo>
                        <a:cubicBezTo>
                          <a:pt x="571949" y="-19026"/>
                          <a:pt x="595303" y="8080"/>
                          <a:pt x="714055" y="0"/>
                        </a:cubicBezTo>
                        <a:cubicBezTo>
                          <a:pt x="832807" y="-8080"/>
                          <a:pt x="1334682" y="58008"/>
                          <a:pt x="1547119" y="0"/>
                        </a:cubicBezTo>
                        <a:cubicBezTo>
                          <a:pt x="1759556" y="-58008"/>
                          <a:pt x="1920909" y="7543"/>
                          <a:pt x="2023156" y="0"/>
                        </a:cubicBezTo>
                        <a:cubicBezTo>
                          <a:pt x="2125403" y="-7543"/>
                          <a:pt x="2389367" y="42848"/>
                          <a:pt x="2499193" y="0"/>
                        </a:cubicBezTo>
                        <a:cubicBezTo>
                          <a:pt x="2609019" y="-42848"/>
                          <a:pt x="3062924" y="1682"/>
                          <a:pt x="3332257" y="0"/>
                        </a:cubicBezTo>
                        <a:cubicBezTo>
                          <a:pt x="3601590" y="-1682"/>
                          <a:pt x="3575415" y="23112"/>
                          <a:pt x="3689284" y="0"/>
                        </a:cubicBezTo>
                        <a:cubicBezTo>
                          <a:pt x="3803153" y="-23112"/>
                          <a:pt x="4136397" y="90254"/>
                          <a:pt x="4522348" y="0"/>
                        </a:cubicBezTo>
                        <a:cubicBezTo>
                          <a:pt x="4908299" y="-90254"/>
                          <a:pt x="5152834" y="83380"/>
                          <a:pt x="5355413" y="0"/>
                        </a:cubicBezTo>
                        <a:cubicBezTo>
                          <a:pt x="5557992" y="-83380"/>
                          <a:pt x="5794929" y="52432"/>
                          <a:pt x="5950459" y="0"/>
                        </a:cubicBezTo>
                        <a:cubicBezTo>
                          <a:pt x="6105989" y="-52432"/>
                          <a:pt x="6554819" y="23660"/>
                          <a:pt x="6783523" y="0"/>
                        </a:cubicBezTo>
                        <a:cubicBezTo>
                          <a:pt x="7012227" y="-23660"/>
                          <a:pt x="7161139" y="35289"/>
                          <a:pt x="7259559" y="0"/>
                        </a:cubicBezTo>
                        <a:cubicBezTo>
                          <a:pt x="7357979" y="-35289"/>
                          <a:pt x="7513593" y="26788"/>
                          <a:pt x="7735596" y="0"/>
                        </a:cubicBezTo>
                        <a:cubicBezTo>
                          <a:pt x="7957599" y="-26788"/>
                          <a:pt x="8093213" y="38812"/>
                          <a:pt x="8449651" y="0"/>
                        </a:cubicBezTo>
                        <a:cubicBezTo>
                          <a:pt x="8806089" y="-38812"/>
                          <a:pt x="8702562" y="12998"/>
                          <a:pt x="8925688" y="0"/>
                        </a:cubicBezTo>
                        <a:cubicBezTo>
                          <a:pt x="9148814" y="-12998"/>
                          <a:pt x="9487755" y="97643"/>
                          <a:pt x="9758752" y="0"/>
                        </a:cubicBezTo>
                        <a:cubicBezTo>
                          <a:pt x="10029749" y="-97643"/>
                          <a:pt x="10205548" y="97972"/>
                          <a:pt x="10591816" y="0"/>
                        </a:cubicBezTo>
                        <a:cubicBezTo>
                          <a:pt x="10978084" y="-97972"/>
                          <a:pt x="10972415" y="4333"/>
                          <a:pt x="11186862" y="0"/>
                        </a:cubicBezTo>
                        <a:cubicBezTo>
                          <a:pt x="11401309" y="-4333"/>
                          <a:pt x="11610116" y="28820"/>
                          <a:pt x="11900917" y="0"/>
                        </a:cubicBezTo>
                        <a:cubicBezTo>
                          <a:pt x="11923939" y="141937"/>
                          <a:pt x="11870646" y="224975"/>
                          <a:pt x="11900917" y="396775"/>
                        </a:cubicBezTo>
                        <a:cubicBezTo>
                          <a:pt x="11931188" y="568575"/>
                          <a:pt x="11869764" y="666634"/>
                          <a:pt x="11900917" y="858692"/>
                        </a:cubicBezTo>
                        <a:cubicBezTo>
                          <a:pt x="11932070" y="1050750"/>
                          <a:pt x="11879830" y="1200799"/>
                          <a:pt x="11900917" y="1516036"/>
                        </a:cubicBezTo>
                        <a:cubicBezTo>
                          <a:pt x="11922004" y="1831273"/>
                          <a:pt x="11880805" y="1928720"/>
                          <a:pt x="11900917" y="2043095"/>
                        </a:cubicBezTo>
                        <a:cubicBezTo>
                          <a:pt x="11921029" y="2157470"/>
                          <a:pt x="11890717" y="2376673"/>
                          <a:pt x="11900917" y="2505013"/>
                        </a:cubicBezTo>
                        <a:cubicBezTo>
                          <a:pt x="11911117" y="2633353"/>
                          <a:pt x="11841283" y="2908915"/>
                          <a:pt x="11900917" y="3162356"/>
                        </a:cubicBezTo>
                        <a:cubicBezTo>
                          <a:pt x="11960551" y="3415797"/>
                          <a:pt x="11868803" y="3562257"/>
                          <a:pt x="11900917" y="3754558"/>
                        </a:cubicBezTo>
                        <a:cubicBezTo>
                          <a:pt x="11933031" y="3946859"/>
                          <a:pt x="11897798" y="4176796"/>
                          <a:pt x="11900917" y="4346759"/>
                        </a:cubicBezTo>
                        <a:cubicBezTo>
                          <a:pt x="11904036" y="4516722"/>
                          <a:pt x="11873351" y="4727109"/>
                          <a:pt x="11900917" y="5069245"/>
                        </a:cubicBezTo>
                        <a:cubicBezTo>
                          <a:pt x="11928483" y="5411381"/>
                          <a:pt x="11892383" y="5576496"/>
                          <a:pt x="11900917" y="5726589"/>
                        </a:cubicBezTo>
                        <a:cubicBezTo>
                          <a:pt x="11909451" y="5876682"/>
                          <a:pt x="11886121" y="6166463"/>
                          <a:pt x="11900917" y="6514217"/>
                        </a:cubicBezTo>
                        <a:cubicBezTo>
                          <a:pt x="11792006" y="6525969"/>
                          <a:pt x="11543793" y="6503439"/>
                          <a:pt x="11424880" y="6514217"/>
                        </a:cubicBezTo>
                        <a:cubicBezTo>
                          <a:pt x="11305967" y="6524995"/>
                          <a:pt x="11236658" y="6510181"/>
                          <a:pt x="11186862" y="6514217"/>
                        </a:cubicBezTo>
                        <a:cubicBezTo>
                          <a:pt x="11137066" y="6518253"/>
                          <a:pt x="10770881" y="6481074"/>
                          <a:pt x="10472807" y="6514217"/>
                        </a:cubicBezTo>
                        <a:cubicBezTo>
                          <a:pt x="10174733" y="6547360"/>
                          <a:pt x="10282735" y="6473421"/>
                          <a:pt x="10115779" y="6514217"/>
                        </a:cubicBezTo>
                        <a:cubicBezTo>
                          <a:pt x="9948823" y="6555013"/>
                          <a:pt x="9946095" y="6489509"/>
                          <a:pt x="9877761" y="6514217"/>
                        </a:cubicBezTo>
                        <a:cubicBezTo>
                          <a:pt x="9809427" y="6538925"/>
                          <a:pt x="9616966" y="6500614"/>
                          <a:pt x="9520734" y="6514217"/>
                        </a:cubicBezTo>
                        <a:cubicBezTo>
                          <a:pt x="9424502" y="6527820"/>
                          <a:pt x="9042413" y="6442163"/>
                          <a:pt x="8806679" y="6514217"/>
                        </a:cubicBezTo>
                        <a:cubicBezTo>
                          <a:pt x="8570945" y="6586271"/>
                          <a:pt x="8527969" y="6506521"/>
                          <a:pt x="8449651" y="6514217"/>
                        </a:cubicBezTo>
                        <a:cubicBezTo>
                          <a:pt x="8371333" y="6521913"/>
                          <a:pt x="8262355" y="6506157"/>
                          <a:pt x="8211633" y="6514217"/>
                        </a:cubicBezTo>
                        <a:cubicBezTo>
                          <a:pt x="8160911" y="6522277"/>
                          <a:pt x="7984409" y="6501490"/>
                          <a:pt x="7854605" y="6514217"/>
                        </a:cubicBezTo>
                        <a:cubicBezTo>
                          <a:pt x="7724801" y="6526944"/>
                          <a:pt x="7531595" y="6474088"/>
                          <a:pt x="7378569" y="6514217"/>
                        </a:cubicBezTo>
                        <a:cubicBezTo>
                          <a:pt x="7225543" y="6554346"/>
                          <a:pt x="6974551" y="6451499"/>
                          <a:pt x="6783523" y="6514217"/>
                        </a:cubicBezTo>
                        <a:cubicBezTo>
                          <a:pt x="6592495" y="6576935"/>
                          <a:pt x="6518174" y="6495498"/>
                          <a:pt x="6426495" y="6514217"/>
                        </a:cubicBezTo>
                        <a:cubicBezTo>
                          <a:pt x="6334816" y="6532936"/>
                          <a:pt x="5810775" y="6436906"/>
                          <a:pt x="5593431" y="6514217"/>
                        </a:cubicBezTo>
                        <a:cubicBezTo>
                          <a:pt x="5376087" y="6591528"/>
                          <a:pt x="5180867" y="6497108"/>
                          <a:pt x="4998385" y="6514217"/>
                        </a:cubicBezTo>
                        <a:cubicBezTo>
                          <a:pt x="4815903" y="6531326"/>
                          <a:pt x="4466290" y="6481510"/>
                          <a:pt x="4165321" y="6514217"/>
                        </a:cubicBezTo>
                        <a:cubicBezTo>
                          <a:pt x="3864352" y="6546924"/>
                          <a:pt x="3675306" y="6444849"/>
                          <a:pt x="3451266" y="6514217"/>
                        </a:cubicBezTo>
                        <a:cubicBezTo>
                          <a:pt x="3227226" y="6583585"/>
                          <a:pt x="3190073" y="6462310"/>
                          <a:pt x="2975229" y="6514217"/>
                        </a:cubicBezTo>
                        <a:cubicBezTo>
                          <a:pt x="2760385" y="6566124"/>
                          <a:pt x="2513226" y="6483188"/>
                          <a:pt x="2261174" y="6514217"/>
                        </a:cubicBezTo>
                        <a:cubicBezTo>
                          <a:pt x="2009122" y="6545246"/>
                          <a:pt x="2050698" y="6495859"/>
                          <a:pt x="1904147" y="6514217"/>
                        </a:cubicBezTo>
                        <a:cubicBezTo>
                          <a:pt x="1757596" y="6532575"/>
                          <a:pt x="1463393" y="6471857"/>
                          <a:pt x="1309101" y="6514217"/>
                        </a:cubicBezTo>
                        <a:cubicBezTo>
                          <a:pt x="1154809" y="6556577"/>
                          <a:pt x="1128690" y="6512160"/>
                          <a:pt x="1071083" y="6514217"/>
                        </a:cubicBezTo>
                        <a:cubicBezTo>
                          <a:pt x="1013476" y="6516274"/>
                          <a:pt x="444670" y="6395740"/>
                          <a:pt x="0" y="6514217"/>
                        </a:cubicBezTo>
                        <a:cubicBezTo>
                          <a:pt x="-58835" y="6316695"/>
                          <a:pt x="14857" y="6209747"/>
                          <a:pt x="0" y="5922015"/>
                        </a:cubicBezTo>
                        <a:cubicBezTo>
                          <a:pt x="-14857" y="5634283"/>
                          <a:pt x="5571" y="5570356"/>
                          <a:pt x="0" y="5264672"/>
                        </a:cubicBezTo>
                        <a:cubicBezTo>
                          <a:pt x="-5571" y="4958988"/>
                          <a:pt x="33153" y="4816079"/>
                          <a:pt x="0" y="4607328"/>
                        </a:cubicBezTo>
                        <a:cubicBezTo>
                          <a:pt x="-33153" y="4398577"/>
                          <a:pt x="8946" y="4325624"/>
                          <a:pt x="0" y="4145411"/>
                        </a:cubicBezTo>
                        <a:cubicBezTo>
                          <a:pt x="-8946" y="3965198"/>
                          <a:pt x="71099" y="3758027"/>
                          <a:pt x="0" y="3422925"/>
                        </a:cubicBezTo>
                        <a:cubicBezTo>
                          <a:pt x="-71099" y="3087823"/>
                          <a:pt x="12336" y="2993946"/>
                          <a:pt x="0" y="2830723"/>
                        </a:cubicBezTo>
                        <a:cubicBezTo>
                          <a:pt x="-12336" y="2667500"/>
                          <a:pt x="20373" y="2607200"/>
                          <a:pt x="0" y="2433948"/>
                        </a:cubicBezTo>
                        <a:cubicBezTo>
                          <a:pt x="-20373" y="2260697"/>
                          <a:pt x="37889" y="2113357"/>
                          <a:pt x="0" y="1841747"/>
                        </a:cubicBezTo>
                        <a:cubicBezTo>
                          <a:pt x="-37889" y="1570137"/>
                          <a:pt x="15440" y="1544143"/>
                          <a:pt x="0" y="1314687"/>
                        </a:cubicBezTo>
                        <a:cubicBezTo>
                          <a:pt x="-15440" y="1085231"/>
                          <a:pt x="906" y="976499"/>
                          <a:pt x="0" y="787628"/>
                        </a:cubicBezTo>
                        <a:cubicBezTo>
                          <a:pt x="-906" y="598757"/>
                          <a:pt x="29049" y="2391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dirty="0">
              <a:solidFill>
                <a:srgbClr val="002060"/>
              </a:solidFill>
              <a:latin typeface="微软雅黑"/>
              <a:ea typeface="微软雅黑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0B14D8C-C2FF-401E-8A90-0D740041DC1C}"/>
              </a:ext>
            </a:extLst>
          </p:cNvPr>
          <p:cNvSpPr txBox="1"/>
          <p:nvPr/>
        </p:nvSpPr>
        <p:spPr>
          <a:xfrm>
            <a:off x="112921" y="5126929"/>
            <a:ext cx="853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</a:rPr>
              <a:t>典型使用场景</a:t>
            </a:r>
            <a:endParaRPr lang="en-US" altLang="zh-CN" sz="2400" b="1" dirty="0">
              <a:solidFill>
                <a:schemeClr val="accent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3670842-0CDA-163E-E778-49FFD87D2808}"/>
              </a:ext>
            </a:extLst>
          </p:cNvPr>
          <p:cNvSpPr txBox="1"/>
          <p:nvPr/>
        </p:nvSpPr>
        <p:spPr>
          <a:xfrm>
            <a:off x="839675" y="5015289"/>
            <a:ext cx="51264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用户空间线程库向某个工作线程发送中断信号；</a:t>
            </a:r>
            <a:endParaRPr lang="en-US" altLang="zh-CN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实现 pthread_kill；</a:t>
            </a:r>
            <a:endParaRPr lang="en-US" altLang="zh-CN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与 set_tid_address 等机制联用，用于线程退出通知；</a:t>
            </a:r>
            <a:endParaRPr lang="en-US" altLang="zh-CN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与 waitpid 联动处理子线程状态。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3283691-5613-35E1-F8B1-E5491BC50E4C}"/>
              </a:ext>
            </a:extLst>
          </p:cNvPr>
          <p:cNvSpPr txBox="1"/>
          <p:nvPr/>
        </p:nvSpPr>
        <p:spPr>
          <a:xfrm>
            <a:off x="32359" y="6568232"/>
            <a:ext cx="16146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b="1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NPUcore</a:t>
            </a:r>
            <a:r>
              <a:rPr lang="en-US" altLang="zh-CN" sz="10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-BLOSSOM</a:t>
            </a:r>
            <a:endParaRPr lang="zh-CN" altLang="en-US" sz="105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3E6489B6-2FC8-B5CA-6E05-161E21210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211" y="1747121"/>
            <a:ext cx="5303106" cy="4786303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2905FD2C-5EE8-D2AD-3B9D-B53449DD6973}"/>
              </a:ext>
            </a:extLst>
          </p:cNvPr>
          <p:cNvSpPr txBox="1"/>
          <p:nvPr/>
        </p:nvSpPr>
        <p:spPr>
          <a:xfrm>
            <a:off x="6297930" y="1409935"/>
            <a:ext cx="5894070" cy="3371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 algn="l">
              <a:buFont typeface="Arial" panose="020B0604020202020204"/>
              <a:buChar char="•"/>
            </a:pPr>
            <a:r>
              <a:rPr lang="en-US" altLang="zh-CN" sz="1600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os/src/syscall/process.rs </a:t>
            </a:r>
            <a:r>
              <a:rPr lang="zh-CN" altLang="en-US" sz="1600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具体代码呈现</a:t>
            </a:r>
            <a:endParaRPr lang="zh-CN" alt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633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664"/>
    </mc:Choice>
    <mc:Fallback xmlns="">
      <p:transition spd="slow" advTm="7866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77653-4FE1-9591-DD8D-8303731C4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7FEE5F1-70FE-CFCB-EF2C-753A1AFF0405}"/>
              </a:ext>
            </a:extLst>
          </p:cNvPr>
          <p:cNvCxnSpPr>
            <a:cxnSpLocks/>
          </p:cNvCxnSpPr>
          <p:nvPr/>
        </p:nvCxnSpPr>
        <p:spPr>
          <a:xfrm>
            <a:off x="0" y="994868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22639A0-B215-4B57-9726-C0536EC2E82D}"/>
              </a:ext>
            </a:extLst>
          </p:cNvPr>
          <p:cNvSpPr txBox="1"/>
          <p:nvPr/>
        </p:nvSpPr>
        <p:spPr>
          <a:xfrm>
            <a:off x="1217906" y="286987"/>
            <a:ext cx="3105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  <a:latin typeface="微软雅黑"/>
                <a:ea typeface="微软雅黑"/>
              </a:rPr>
              <a:t>三、部分实现细节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E81717C-B27C-77A9-117D-2D9F29D1187B}"/>
              </a:ext>
            </a:extLst>
          </p:cNvPr>
          <p:cNvCxnSpPr>
            <a:cxnSpLocks/>
          </p:cNvCxnSpPr>
          <p:nvPr/>
        </p:nvCxnSpPr>
        <p:spPr>
          <a:xfrm flipH="1">
            <a:off x="-1" y="0"/>
            <a:ext cx="1" cy="68580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9EE1674-4E70-CA27-3DE2-EAC5FD073696}"/>
              </a:ext>
            </a:extLst>
          </p:cNvPr>
          <p:cNvCxnSpPr>
            <a:cxnSpLocks/>
          </p:cNvCxnSpPr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E3B207B-CD70-062D-B0D6-216FAA25B926}"/>
              </a:ext>
            </a:extLst>
          </p:cNvPr>
          <p:cNvCxnSpPr>
            <a:cxnSpLocks/>
          </p:cNvCxnSpPr>
          <p:nvPr/>
        </p:nvCxnSpPr>
        <p:spPr>
          <a:xfrm>
            <a:off x="0" y="6858000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85EA65E-1897-D98B-C5BA-6ACFD3191766}"/>
              </a:ext>
            </a:extLst>
          </p:cNvPr>
          <p:cNvCxnSpPr>
            <a:cxnSpLocks/>
          </p:cNvCxnSpPr>
          <p:nvPr/>
        </p:nvCxnSpPr>
        <p:spPr>
          <a:xfrm>
            <a:off x="-1" y="0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D50C8ADC-AC7C-8E81-9E45-EEE28CC1A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857" y="50484"/>
            <a:ext cx="3440589" cy="893901"/>
          </a:xfrm>
          <a:prstGeom prst="rect">
            <a:avLst/>
          </a:prstGeom>
        </p:spPr>
      </p:pic>
      <p:pic>
        <p:nvPicPr>
          <p:cNvPr id="23" name="图形 22" descr="Internet 纯色填充">
            <a:extLst>
              <a:ext uri="{FF2B5EF4-FFF2-40B4-BE49-F238E27FC236}">
                <a16:creationId xmlns:a16="http://schemas.microsoft.com/office/drawing/2014/main" id="{A876AB09-0F0F-6DFF-FD1D-8A8E6F77F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753" y="80468"/>
            <a:ext cx="914400" cy="914400"/>
          </a:xfrm>
          <a:prstGeom prst="rect">
            <a:avLst/>
          </a:prstGeom>
        </p:spPr>
      </p:pic>
      <p:sp>
        <p:nvSpPr>
          <p:cNvPr id="4" name="等腰三角形 3">
            <a:extLst>
              <a:ext uri="{FF2B5EF4-FFF2-40B4-BE49-F238E27FC236}">
                <a16:creationId xmlns:a16="http://schemas.microsoft.com/office/drawing/2014/main" id="{D4191ED9-E9B5-56A0-DEB4-826F3363A6CC}"/>
              </a:ext>
            </a:extLst>
          </p:cNvPr>
          <p:cNvSpPr/>
          <p:nvPr/>
        </p:nvSpPr>
        <p:spPr>
          <a:xfrm rot="5400000">
            <a:off x="205327" y="1242443"/>
            <a:ext cx="251528" cy="247535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55F7FFC-3ACB-A9FB-80DA-E16C0A481EC2}"/>
              </a:ext>
            </a:extLst>
          </p:cNvPr>
          <p:cNvSpPr txBox="1"/>
          <p:nvPr/>
        </p:nvSpPr>
        <p:spPr>
          <a:xfrm>
            <a:off x="454859" y="1161882"/>
            <a:ext cx="450803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altLang="zh-CN" sz="2000" b="1" dirty="0" err="1">
                <a:latin typeface="Microsoft YaHei UI" panose="020B0503020204020204" charset="-122"/>
                <a:ea typeface="Microsoft YaHei UI" panose="020B0503020204020204" charset="-122"/>
              </a:rPr>
              <a:t>sys_clock_nanosleep</a:t>
            </a:r>
            <a:r>
              <a:rPr lang="zh-CN" altLang="en-US" sz="2000" b="1" dirty="0">
                <a:latin typeface="Microsoft YaHei UI" panose="020B0503020204020204" charset="-122"/>
                <a:ea typeface="Microsoft YaHei UI" panose="020B0503020204020204" charset="-122"/>
              </a:rPr>
              <a:t>系统调用实现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2BDE44-B3EE-1E1E-1178-EE2E9A8DB3C8}"/>
              </a:ext>
            </a:extLst>
          </p:cNvPr>
          <p:cNvSpPr txBox="1"/>
          <p:nvPr/>
        </p:nvSpPr>
        <p:spPr>
          <a:xfrm>
            <a:off x="207587" y="1578529"/>
            <a:ext cx="589407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buFont typeface="Arial" panose="020B0604020202020204"/>
              <a:buChar char="•"/>
            </a:pPr>
            <a:r>
              <a:rPr lang="zh-CN" altLang="en-US" sz="1600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实现精确睡眠，用于实现延时、轮询节流、定时调度等功能</a:t>
            </a:r>
            <a:endParaRPr lang="zh-CN" alt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C2977C-1E98-202A-0D1D-06DDC263E397}"/>
              </a:ext>
            </a:extLst>
          </p:cNvPr>
          <p:cNvSpPr/>
          <p:nvPr/>
        </p:nvSpPr>
        <p:spPr>
          <a:xfrm>
            <a:off x="137181" y="1981063"/>
            <a:ext cx="5894069" cy="19766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 cmpd="sng">
            <a:solidFill>
              <a:schemeClr val="accent6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900917"/>
                      <a:gd name="connsiteY0" fmla="*/ 0 h 6514217"/>
                      <a:gd name="connsiteX1" fmla="*/ 476037 w 11900917"/>
                      <a:gd name="connsiteY1" fmla="*/ 0 h 6514217"/>
                      <a:gd name="connsiteX2" fmla="*/ 714055 w 11900917"/>
                      <a:gd name="connsiteY2" fmla="*/ 0 h 6514217"/>
                      <a:gd name="connsiteX3" fmla="*/ 1547119 w 11900917"/>
                      <a:gd name="connsiteY3" fmla="*/ 0 h 6514217"/>
                      <a:gd name="connsiteX4" fmla="*/ 2023156 w 11900917"/>
                      <a:gd name="connsiteY4" fmla="*/ 0 h 6514217"/>
                      <a:gd name="connsiteX5" fmla="*/ 2499193 w 11900917"/>
                      <a:gd name="connsiteY5" fmla="*/ 0 h 6514217"/>
                      <a:gd name="connsiteX6" fmla="*/ 3332257 w 11900917"/>
                      <a:gd name="connsiteY6" fmla="*/ 0 h 6514217"/>
                      <a:gd name="connsiteX7" fmla="*/ 3689284 w 11900917"/>
                      <a:gd name="connsiteY7" fmla="*/ 0 h 6514217"/>
                      <a:gd name="connsiteX8" fmla="*/ 4522348 w 11900917"/>
                      <a:gd name="connsiteY8" fmla="*/ 0 h 6514217"/>
                      <a:gd name="connsiteX9" fmla="*/ 5355413 w 11900917"/>
                      <a:gd name="connsiteY9" fmla="*/ 0 h 6514217"/>
                      <a:gd name="connsiteX10" fmla="*/ 5950459 w 11900917"/>
                      <a:gd name="connsiteY10" fmla="*/ 0 h 6514217"/>
                      <a:gd name="connsiteX11" fmla="*/ 6783523 w 11900917"/>
                      <a:gd name="connsiteY11" fmla="*/ 0 h 6514217"/>
                      <a:gd name="connsiteX12" fmla="*/ 7259559 w 11900917"/>
                      <a:gd name="connsiteY12" fmla="*/ 0 h 6514217"/>
                      <a:gd name="connsiteX13" fmla="*/ 7735596 w 11900917"/>
                      <a:gd name="connsiteY13" fmla="*/ 0 h 6514217"/>
                      <a:gd name="connsiteX14" fmla="*/ 8449651 w 11900917"/>
                      <a:gd name="connsiteY14" fmla="*/ 0 h 6514217"/>
                      <a:gd name="connsiteX15" fmla="*/ 8925688 w 11900917"/>
                      <a:gd name="connsiteY15" fmla="*/ 0 h 6514217"/>
                      <a:gd name="connsiteX16" fmla="*/ 9758752 w 11900917"/>
                      <a:gd name="connsiteY16" fmla="*/ 0 h 6514217"/>
                      <a:gd name="connsiteX17" fmla="*/ 10591816 w 11900917"/>
                      <a:gd name="connsiteY17" fmla="*/ 0 h 6514217"/>
                      <a:gd name="connsiteX18" fmla="*/ 11186862 w 11900917"/>
                      <a:gd name="connsiteY18" fmla="*/ 0 h 6514217"/>
                      <a:gd name="connsiteX19" fmla="*/ 11900917 w 11900917"/>
                      <a:gd name="connsiteY19" fmla="*/ 0 h 6514217"/>
                      <a:gd name="connsiteX20" fmla="*/ 11900917 w 11900917"/>
                      <a:gd name="connsiteY20" fmla="*/ 396775 h 6514217"/>
                      <a:gd name="connsiteX21" fmla="*/ 11900917 w 11900917"/>
                      <a:gd name="connsiteY21" fmla="*/ 858692 h 6514217"/>
                      <a:gd name="connsiteX22" fmla="*/ 11900917 w 11900917"/>
                      <a:gd name="connsiteY22" fmla="*/ 1516036 h 6514217"/>
                      <a:gd name="connsiteX23" fmla="*/ 11900917 w 11900917"/>
                      <a:gd name="connsiteY23" fmla="*/ 2043095 h 6514217"/>
                      <a:gd name="connsiteX24" fmla="*/ 11900917 w 11900917"/>
                      <a:gd name="connsiteY24" fmla="*/ 2505013 h 6514217"/>
                      <a:gd name="connsiteX25" fmla="*/ 11900917 w 11900917"/>
                      <a:gd name="connsiteY25" fmla="*/ 3162356 h 6514217"/>
                      <a:gd name="connsiteX26" fmla="*/ 11900917 w 11900917"/>
                      <a:gd name="connsiteY26" fmla="*/ 3754558 h 6514217"/>
                      <a:gd name="connsiteX27" fmla="*/ 11900917 w 11900917"/>
                      <a:gd name="connsiteY27" fmla="*/ 4346759 h 6514217"/>
                      <a:gd name="connsiteX28" fmla="*/ 11900917 w 11900917"/>
                      <a:gd name="connsiteY28" fmla="*/ 5069245 h 6514217"/>
                      <a:gd name="connsiteX29" fmla="*/ 11900917 w 11900917"/>
                      <a:gd name="connsiteY29" fmla="*/ 5726589 h 6514217"/>
                      <a:gd name="connsiteX30" fmla="*/ 11900917 w 11900917"/>
                      <a:gd name="connsiteY30" fmla="*/ 6514217 h 6514217"/>
                      <a:gd name="connsiteX31" fmla="*/ 11424880 w 11900917"/>
                      <a:gd name="connsiteY31" fmla="*/ 6514217 h 6514217"/>
                      <a:gd name="connsiteX32" fmla="*/ 11186862 w 11900917"/>
                      <a:gd name="connsiteY32" fmla="*/ 6514217 h 6514217"/>
                      <a:gd name="connsiteX33" fmla="*/ 10472807 w 11900917"/>
                      <a:gd name="connsiteY33" fmla="*/ 6514217 h 6514217"/>
                      <a:gd name="connsiteX34" fmla="*/ 10115779 w 11900917"/>
                      <a:gd name="connsiteY34" fmla="*/ 6514217 h 6514217"/>
                      <a:gd name="connsiteX35" fmla="*/ 9877761 w 11900917"/>
                      <a:gd name="connsiteY35" fmla="*/ 6514217 h 6514217"/>
                      <a:gd name="connsiteX36" fmla="*/ 9520734 w 11900917"/>
                      <a:gd name="connsiteY36" fmla="*/ 6514217 h 6514217"/>
                      <a:gd name="connsiteX37" fmla="*/ 8806679 w 11900917"/>
                      <a:gd name="connsiteY37" fmla="*/ 6514217 h 6514217"/>
                      <a:gd name="connsiteX38" fmla="*/ 8449651 w 11900917"/>
                      <a:gd name="connsiteY38" fmla="*/ 6514217 h 6514217"/>
                      <a:gd name="connsiteX39" fmla="*/ 8211633 w 11900917"/>
                      <a:gd name="connsiteY39" fmla="*/ 6514217 h 6514217"/>
                      <a:gd name="connsiteX40" fmla="*/ 7854605 w 11900917"/>
                      <a:gd name="connsiteY40" fmla="*/ 6514217 h 6514217"/>
                      <a:gd name="connsiteX41" fmla="*/ 7378569 w 11900917"/>
                      <a:gd name="connsiteY41" fmla="*/ 6514217 h 6514217"/>
                      <a:gd name="connsiteX42" fmla="*/ 6783523 w 11900917"/>
                      <a:gd name="connsiteY42" fmla="*/ 6514217 h 6514217"/>
                      <a:gd name="connsiteX43" fmla="*/ 6426495 w 11900917"/>
                      <a:gd name="connsiteY43" fmla="*/ 6514217 h 6514217"/>
                      <a:gd name="connsiteX44" fmla="*/ 5593431 w 11900917"/>
                      <a:gd name="connsiteY44" fmla="*/ 6514217 h 6514217"/>
                      <a:gd name="connsiteX45" fmla="*/ 4998385 w 11900917"/>
                      <a:gd name="connsiteY45" fmla="*/ 6514217 h 6514217"/>
                      <a:gd name="connsiteX46" fmla="*/ 4165321 w 11900917"/>
                      <a:gd name="connsiteY46" fmla="*/ 6514217 h 6514217"/>
                      <a:gd name="connsiteX47" fmla="*/ 3451266 w 11900917"/>
                      <a:gd name="connsiteY47" fmla="*/ 6514217 h 6514217"/>
                      <a:gd name="connsiteX48" fmla="*/ 2975229 w 11900917"/>
                      <a:gd name="connsiteY48" fmla="*/ 6514217 h 6514217"/>
                      <a:gd name="connsiteX49" fmla="*/ 2261174 w 11900917"/>
                      <a:gd name="connsiteY49" fmla="*/ 6514217 h 6514217"/>
                      <a:gd name="connsiteX50" fmla="*/ 1904147 w 11900917"/>
                      <a:gd name="connsiteY50" fmla="*/ 6514217 h 6514217"/>
                      <a:gd name="connsiteX51" fmla="*/ 1309101 w 11900917"/>
                      <a:gd name="connsiteY51" fmla="*/ 6514217 h 6514217"/>
                      <a:gd name="connsiteX52" fmla="*/ 1071083 w 11900917"/>
                      <a:gd name="connsiteY52" fmla="*/ 6514217 h 6514217"/>
                      <a:gd name="connsiteX53" fmla="*/ 0 w 11900917"/>
                      <a:gd name="connsiteY53" fmla="*/ 6514217 h 6514217"/>
                      <a:gd name="connsiteX54" fmla="*/ 0 w 11900917"/>
                      <a:gd name="connsiteY54" fmla="*/ 5922015 h 6514217"/>
                      <a:gd name="connsiteX55" fmla="*/ 0 w 11900917"/>
                      <a:gd name="connsiteY55" fmla="*/ 5264672 h 6514217"/>
                      <a:gd name="connsiteX56" fmla="*/ 0 w 11900917"/>
                      <a:gd name="connsiteY56" fmla="*/ 4607328 h 6514217"/>
                      <a:gd name="connsiteX57" fmla="*/ 0 w 11900917"/>
                      <a:gd name="connsiteY57" fmla="*/ 4145411 h 6514217"/>
                      <a:gd name="connsiteX58" fmla="*/ 0 w 11900917"/>
                      <a:gd name="connsiteY58" fmla="*/ 3422925 h 6514217"/>
                      <a:gd name="connsiteX59" fmla="*/ 0 w 11900917"/>
                      <a:gd name="connsiteY59" fmla="*/ 2830723 h 6514217"/>
                      <a:gd name="connsiteX60" fmla="*/ 0 w 11900917"/>
                      <a:gd name="connsiteY60" fmla="*/ 2433948 h 6514217"/>
                      <a:gd name="connsiteX61" fmla="*/ 0 w 11900917"/>
                      <a:gd name="connsiteY61" fmla="*/ 1841747 h 6514217"/>
                      <a:gd name="connsiteX62" fmla="*/ 0 w 11900917"/>
                      <a:gd name="connsiteY62" fmla="*/ 1314687 h 6514217"/>
                      <a:gd name="connsiteX63" fmla="*/ 0 w 11900917"/>
                      <a:gd name="connsiteY63" fmla="*/ 787628 h 6514217"/>
                      <a:gd name="connsiteX64" fmla="*/ 0 w 11900917"/>
                      <a:gd name="connsiteY64" fmla="*/ 0 h 6514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11900917" h="6514217" extrusionOk="0">
                        <a:moveTo>
                          <a:pt x="0" y="0"/>
                        </a:moveTo>
                        <a:cubicBezTo>
                          <a:pt x="237347" y="-25440"/>
                          <a:pt x="380125" y="19026"/>
                          <a:pt x="476037" y="0"/>
                        </a:cubicBezTo>
                        <a:cubicBezTo>
                          <a:pt x="571949" y="-19026"/>
                          <a:pt x="595303" y="8080"/>
                          <a:pt x="714055" y="0"/>
                        </a:cubicBezTo>
                        <a:cubicBezTo>
                          <a:pt x="832807" y="-8080"/>
                          <a:pt x="1334682" y="58008"/>
                          <a:pt x="1547119" y="0"/>
                        </a:cubicBezTo>
                        <a:cubicBezTo>
                          <a:pt x="1759556" y="-58008"/>
                          <a:pt x="1920909" y="7543"/>
                          <a:pt x="2023156" y="0"/>
                        </a:cubicBezTo>
                        <a:cubicBezTo>
                          <a:pt x="2125403" y="-7543"/>
                          <a:pt x="2389367" y="42848"/>
                          <a:pt x="2499193" y="0"/>
                        </a:cubicBezTo>
                        <a:cubicBezTo>
                          <a:pt x="2609019" y="-42848"/>
                          <a:pt x="3062924" y="1682"/>
                          <a:pt x="3332257" y="0"/>
                        </a:cubicBezTo>
                        <a:cubicBezTo>
                          <a:pt x="3601590" y="-1682"/>
                          <a:pt x="3575415" y="23112"/>
                          <a:pt x="3689284" y="0"/>
                        </a:cubicBezTo>
                        <a:cubicBezTo>
                          <a:pt x="3803153" y="-23112"/>
                          <a:pt x="4136397" y="90254"/>
                          <a:pt x="4522348" y="0"/>
                        </a:cubicBezTo>
                        <a:cubicBezTo>
                          <a:pt x="4908299" y="-90254"/>
                          <a:pt x="5152834" y="83380"/>
                          <a:pt x="5355413" y="0"/>
                        </a:cubicBezTo>
                        <a:cubicBezTo>
                          <a:pt x="5557992" y="-83380"/>
                          <a:pt x="5794929" y="52432"/>
                          <a:pt x="5950459" y="0"/>
                        </a:cubicBezTo>
                        <a:cubicBezTo>
                          <a:pt x="6105989" y="-52432"/>
                          <a:pt x="6554819" y="23660"/>
                          <a:pt x="6783523" y="0"/>
                        </a:cubicBezTo>
                        <a:cubicBezTo>
                          <a:pt x="7012227" y="-23660"/>
                          <a:pt x="7161139" y="35289"/>
                          <a:pt x="7259559" y="0"/>
                        </a:cubicBezTo>
                        <a:cubicBezTo>
                          <a:pt x="7357979" y="-35289"/>
                          <a:pt x="7513593" y="26788"/>
                          <a:pt x="7735596" y="0"/>
                        </a:cubicBezTo>
                        <a:cubicBezTo>
                          <a:pt x="7957599" y="-26788"/>
                          <a:pt x="8093213" y="38812"/>
                          <a:pt x="8449651" y="0"/>
                        </a:cubicBezTo>
                        <a:cubicBezTo>
                          <a:pt x="8806089" y="-38812"/>
                          <a:pt x="8702562" y="12998"/>
                          <a:pt x="8925688" y="0"/>
                        </a:cubicBezTo>
                        <a:cubicBezTo>
                          <a:pt x="9148814" y="-12998"/>
                          <a:pt x="9487755" y="97643"/>
                          <a:pt x="9758752" y="0"/>
                        </a:cubicBezTo>
                        <a:cubicBezTo>
                          <a:pt x="10029749" y="-97643"/>
                          <a:pt x="10205548" y="97972"/>
                          <a:pt x="10591816" y="0"/>
                        </a:cubicBezTo>
                        <a:cubicBezTo>
                          <a:pt x="10978084" y="-97972"/>
                          <a:pt x="10972415" y="4333"/>
                          <a:pt x="11186862" y="0"/>
                        </a:cubicBezTo>
                        <a:cubicBezTo>
                          <a:pt x="11401309" y="-4333"/>
                          <a:pt x="11610116" y="28820"/>
                          <a:pt x="11900917" y="0"/>
                        </a:cubicBezTo>
                        <a:cubicBezTo>
                          <a:pt x="11923939" y="141937"/>
                          <a:pt x="11870646" y="224975"/>
                          <a:pt x="11900917" y="396775"/>
                        </a:cubicBezTo>
                        <a:cubicBezTo>
                          <a:pt x="11931188" y="568575"/>
                          <a:pt x="11869764" y="666634"/>
                          <a:pt x="11900917" y="858692"/>
                        </a:cubicBezTo>
                        <a:cubicBezTo>
                          <a:pt x="11932070" y="1050750"/>
                          <a:pt x="11879830" y="1200799"/>
                          <a:pt x="11900917" y="1516036"/>
                        </a:cubicBezTo>
                        <a:cubicBezTo>
                          <a:pt x="11922004" y="1831273"/>
                          <a:pt x="11880805" y="1928720"/>
                          <a:pt x="11900917" y="2043095"/>
                        </a:cubicBezTo>
                        <a:cubicBezTo>
                          <a:pt x="11921029" y="2157470"/>
                          <a:pt x="11890717" y="2376673"/>
                          <a:pt x="11900917" y="2505013"/>
                        </a:cubicBezTo>
                        <a:cubicBezTo>
                          <a:pt x="11911117" y="2633353"/>
                          <a:pt x="11841283" y="2908915"/>
                          <a:pt x="11900917" y="3162356"/>
                        </a:cubicBezTo>
                        <a:cubicBezTo>
                          <a:pt x="11960551" y="3415797"/>
                          <a:pt x="11868803" y="3562257"/>
                          <a:pt x="11900917" y="3754558"/>
                        </a:cubicBezTo>
                        <a:cubicBezTo>
                          <a:pt x="11933031" y="3946859"/>
                          <a:pt x="11897798" y="4176796"/>
                          <a:pt x="11900917" y="4346759"/>
                        </a:cubicBezTo>
                        <a:cubicBezTo>
                          <a:pt x="11904036" y="4516722"/>
                          <a:pt x="11873351" y="4727109"/>
                          <a:pt x="11900917" y="5069245"/>
                        </a:cubicBezTo>
                        <a:cubicBezTo>
                          <a:pt x="11928483" y="5411381"/>
                          <a:pt x="11892383" y="5576496"/>
                          <a:pt x="11900917" y="5726589"/>
                        </a:cubicBezTo>
                        <a:cubicBezTo>
                          <a:pt x="11909451" y="5876682"/>
                          <a:pt x="11886121" y="6166463"/>
                          <a:pt x="11900917" y="6514217"/>
                        </a:cubicBezTo>
                        <a:cubicBezTo>
                          <a:pt x="11792006" y="6525969"/>
                          <a:pt x="11543793" y="6503439"/>
                          <a:pt x="11424880" y="6514217"/>
                        </a:cubicBezTo>
                        <a:cubicBezTo>
                          <a:pt x="11305967" y="6524995"/>
                          <a:pt x="11236658" y="6510181"/>
                          <a:pt x="11186862" y="6514217"/>
                        </a:cubicBezTo>
                        <a:cubicBezTo>
                          <a:pt x="11137066" y="6518253"/>
                          <a:pt x="10770881" y="6481074"/>
                          <a:pt x="10472807" y="6514217"/>
                        </a:cubicBezTo>
                        <a:cubicBezTo>
                          <a:pt x="10174733" y="6547360"/>
                          <a:pt x="10282735" y="6473421"/>
                          <a:pt x="10115779" y="6514217"/>
                        </a:cubicBezTo>
                        <a:cubicBezTo>
                          <a:pt x="9948823" y="6555013"/>
                          <a:pt x="9946095" y="6489509"/>
                          <a:pt x="9877761" y="6514217"/>
                        </a:cubicBezTo>
                        <a:cubicBezTo>
                          <a:pt x="9809427" y="6538925"/>
                          <a:pt x="9616966" y="6500614"/>
                          <a:pt x="9520734" y="6514217"/>
                        </a:cubicBezTo>
                        <a:cubicBezTo>
                          <a:pt x="9424502" y="6527820"/>
                          <a:pt x="9042413" y="6442163"/>
                          <a:pt x="8806679" y="6514217"/>
                        </a:cubicBezTo>
                        <a:cubicBezTo>
                          <a:pt x="8570945" y="6586271"/>
                          <a:pt x="8527969" y="6506521"/>
                          <a:pt x="8449651" y="6514217"/>
                        </a:cubicBezTo>
                        <a:cubicBezTo>
                          <a:pt x="8371333" y="6521913"/>
                          <a:pt x="8262355" y="6506157"/>
                          <a:pt x="8211633" y="6514217"/>
                        </a:cubicBezTo>
                        <a:cubicBezTo>
                          <a:pt x="8160911" y="6522277"/>
                          <a:pt x="7984409" y="6501490"/>
                          <a:pt x="7854605" y="6514217"/>
                        </a:cubicBezTo>
                        <a:cubicBezTo>
                          <a:pt x="7724801" y="6526944"/>
                          <a:pt x="7531595" y="6474088"/>
                          <a:pt x="7378569" y="6514217"/>
                        </a:cubicBezTo>
                        <a:cubicBezTo>
                          <a:pt x="7225543" y="6554346"/>
                          <a:pt x="6974551" y="6451499"/>
                          <a:pt x="6783523" y="6514217"/>
                        </a:cubicBezTo>
                        <a:cubicBezTo>
                          <a:pt x="6592495" y="6576935"/>
                          <a:pt x="6518174" y="6495498"/>
                          <a:pt x="6426495" y="6514217"/>
                        </a:cubicBezTo>
                        <a:cubicBezTo>
                          <a:pt x="6334816" y="6532936"/>
                          <a:pt x="5810775" y="6436906"/>
                          <a:pt x="5593431" y="6514217"/>
                        </a:cubicBezTo>
                        <a:cubicBezTo>
                          <a:pt x="5376087" y="6591528"/>
                          <a:pt x="5180867" y="6497108"/>
                          <a:pt x="4998385" y="6514217"/>
                        </a:cubicBezTo>
                        <a:cubicBezTo>
                          <a:pt x="4815903" y="6531326"/>
                          <a:pt x="4466290" y="6481510"/>
                          <a:pt x="4165321" y="6514217"/>
                        </a:cubicBezTo>
                        <a:cubicBezTo>
                          <a:pt x="3864352" y="6546924"/>
                          <a:pt x="3675306" y="6444849"/>
                          <a:pt x="3451266" y="6514217"/>
                        </a:cubicBezTo>
                        <a:cubicBezTo>
                          <a:pt x="3227226" y="6583585"/>
                          <a:pt x="3190073" y="6462310"/>
                          <a:pt x="2975229" y="6514217"/>
                        </a:cubicBezTo>
                        <a:cubicBezTo>
                          <a:pt x="2760385" y="6566124"/>
                          <a:pt x="2513226" y="6483188"/>
                          <a:pt x="2261174" y="6514217"/>
                        </a:cubicBezTo>
                        <a:cubicBezTo>
                          <a:pt x="2009122" y="6545246"/>
                          <a:pt x="2050698" y="6495859"/>
                          <a:pt x="1904147" y="6514217"/>
                        </a:cubicBezTo>
                        <a:cubicBezTo>
                          <a:pt x="1757596" y="6532575"/>
                          <a:pt x="1463393" y="6471857"/>
                          <a:pt x="1309101" y="6514217"/>
                        </a:cubicBezTo>
                        <a:cubicBezTo>
                          <a:pt x="1154809" y="6556577"/>
                          <a:pt x="1128690" y="6512160"/>
                          <a:pt x="1071083" y="6514217"/>
                        </a:cubicBezTo>
                        <a:cubicBezTo>
                          <a:pt x="1013476" y="6516274"/>
                          <a:pt x="444670" y="6395740"/>
                          <a:pt x="0" y="6514217"/>
                        </a:cubicBezTo>
                        <a:cubicBezTo>
                          <a:pt x="-58835" y="6316695"/>
                          <a:pt x="14857" y="6209747"/>
                          <a:pt x="0" y="5922015"/>
                        </a:cubicBezTo>
                        <a:cubicBezTo>
                          <a:pt x="-14857" y="5634283"/>
                          <a:pt x="5571" y="5570356"/>
                          <a:pt x="0" y="5264672"/>
                        </a:cubicBezTo>
                        <a:cubicBezTo>
                          <a:pt x="-5571" y="4958988"/>
                          <a:pt x="33153" y="4816079"/>
                          <a:pt x="0" y="4607328"/>
                        </a:cubicBezTo>
                        <a:cubicBezTo>
                          <a:pt x="-33153" y="4398577"/>
                          <a:pt x="8946" y="4325624"/>
                          <a:pt x="0" y="4145411"/>
                        </a:cubicBezTo>
                        <a:cubicBezTo>
                          <a:pt x="-8946" y="3965198"/>
                          <a:pt x="71099" y="3758027"/>
                          <a:pt x="0" y="3422925"/>
                        </a:cubicBezTo>
                        <a:cubicBezTo>
                          <a:pt x="-71099" y="3087823"/>
                          <a:pt x="12336" y="2993946"/>
                          <a:pt x="0" y="2830723"/>
                        </a:cubicBezTo>
                        <a:cubicBezTo>
                          <a:pt x="-12336" y="2667500"/>
                          <a:pt x="20373" y="2607200"/>
                          <a:pt x="0" y="2433948"/>
                        </a:cubicBezTo>
                        <a:cubicBezTo>
                          <a:pt x="-20373" y="2260697"/>
                          <a:pt x="37889" y="2113357"/>
                          <a:pt x="0" y="1841747"/>
                        </a:cubicBezTo>
                        <a:cubicBezTo>
                          <a:pt x="-37889" y="1570137"/>
                          <a:pt x="15440" y="1544143"/>
                          <a:pt x="0" y="1314687"/>
                        </a:cubicBezTo>
                        <a:cubicBezTo>
                          <a:pt x="-15440" y="1085231"/>
                          <a:pt x="906" y="976499"/>
                          <a:pt x="0" y="787628"/>
                        </a:cubicBezTo>
                        <a:cubicBezTo>
                          <a:pt x="-906" y="598757"/>
                          <a:pt x="29049" y="2391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dirty="0">
              <a:solidFill>
                <a:srgbClr val="002060"/>
              </a:solidFill>
              <a:latin typeface="微软雅黑"/>
              <a:ea typeface="微软雅黑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2FFE910-98F4-4978-0BE7-CB8F11C32EAE}"/>
              </a:ext>
            </a:extLst>
          </p:cNvPr>
          <p:cNvSpPr txBox="1"/>
          <p:nvPr/>
        </p:nvSpPr>
        <p:spPr>
          <a:xfrm>
            <a:off x="650683" y="2146564"/>
            <a:ext cx="53154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内核接收到 </a:t>
            </a:r>
            <a:r>
              <a:rPr lang="en-US" altLang="zh-CN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sys_clock_nanosleep</a:t>
            </a:r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请求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从用户空间读取 </a:t>
            </a:r>
            <a:r>
              <a:rPr lang="en-US" altLang="zh-CN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TimeSpec</a:t>
            </a:r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结构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将当前进程加入定时阻塞队列，设置超时时间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调度器自动在超时时间后唤醒该进程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如果中途被唤醒（尚未支持）将返回错误码并设置 </a:t>
            </a:r>
            <a:r>
              <a:rPr lang="en-US" altLang="zh-CN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rmtp</a:t>
            </a:r>
            <a:endParaRPr lang="zh-CN" altLang="en-US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612BFFE-7CCB-3470-4774-560D670EC582}"/>
              </a:ext>
            </a:extLst>
          </p:cNvPr>
          <p:cNvSpPr txBox="1"/>
          <p:nvPr/>
        </p:nvSpPr>
        <p:spPr>
          <a:xfrm>
            <a:off x="-19413" y="2079240"/>
            <a:ext cx="9544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</a:rPr>
              <a:t>实</a:t>
            </a:r>
            <a:endParaRPr lang="en-US" altLang="zh-CN" sz="28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</a:rPr>
              <a:t>现</a:t>
            </a:r>
            <a:endParaRPr lang="en-US" altLang="zh-CN" sz="28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</a:rPr>
              <a:t>逻</a:t>
            </a:r>
            <a:endParaRPr lang="en-US" altLang="zh-CN" sz="28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</a:rPr>
              <a:t>辑</a:t>
            </a:r>
            <a:endParaRPr lang="en-US" altLang="zh-CN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693C668-E9E4-28A8-D5AD-2FFDD0176C91}"/>
              </a:ext>
            </a:extLst>
          </p:cNvPr>
          <p:cNvSpPr/>
          <p:nvPr/>
        </p:nvSpPr>
        <p:spPr>
          <a:xfrm>
            <a:off x="137181" y="4123248"/>
            <a:ext cx="5894069" cy="2406442"/>
          </a:xfrm>
          <a:prstGeom prst="rect">
            <a:avLst/>
          </a:prstGeom>
          <a:solidFill>
            <a:srgbClr val="F8DEEA"/>
          </a:solidFill>
          <a:ln w="25400" cmpd="sng">
            <a:solidFill>
              <a:srgbClr val="D84487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900917"/>
                      <a:gd name="connsiteY0" fmla="*/ 0 h 6514217"/>
                      <a:gd name="connsiteX1" fmla="*/ 476037 w 11900917"/>
                      <a:gd name="connsiteY1" fmla="*/ 0 h 6514217"/>
                      <a:gd name="connsiteX2" fmla="*/ 714055 w 11900917"/>
                      <a:gd name="connsiteY2" fmla="*/ 0 h 6514217"/>
                      <a:gd name="connsiteX3" fmla="*/ 1547119 w 11900917"/>
                      <a:gd name="connsiteY3" fmla="*/ 0 h 6514217"/>
                      <a:gd name="connsiteX4" fmla="*/ 2023156 w 11900917"/>
                      <a:gd name="connsiteY4" fmla="*/ 0 h 6514217"/>
                      <a:gd name="connsiteX5" fmla="*/ 2499193 w 11900917"/>
                      <a:gd name="connsiteY5" fmla="*/ 0 h 6514217"/>
                      <a:gd name="connsiteX6" fmla="*/ 3332257 w 11900917"/>
                      <a:gd name="connsiteY6" fmla="*/ 0 h 6514217"/>
                      <a:gd name="connsiteX7" fmla="*/ 3689284 w 11900917"/>
                      <a:gd name="connsiteY7" fmla="*/ 0 h 6514217"/>
                      <a:gd name="connsiteX8" fmla="*/ 4522348 w 11900917"/>
                      <a:gd name="connsiteY8" fmla="*/ 0 h 6514217"/>
                      <a:gd name="connsiteX9" fmla="*/ 5355413 w 11900917"/>
                      <a:gd name="connsiteY9" fmla="*/ 0 h 6514217"/>
                      <a:gd name="connsiteX10" fmla="*/ 5950459 w 11900917"/>
                      <a:gd name="connsiteY10" fmla="*/ 0 h 6514217"/>
                      <a:gd name="connsiteX11" fmla="*/ 6783523 w 11900917"/>
                      <a:gd name="connsiteY11" fmla="*/ 0 h 6514217"/>
                      <a:gd name="connsiteX12" fmla="*/ 7259559 w 11900917"/>
                      <a:gd name="connsiteY12" fmla="*/ 0 h 6514217"/>
                      <a:gd name="connsiteX13" fmla="*/ 7735596 w 11900917"/>
                      <a:gd name="connsiteY13" fmla="*/ 0 h 6514217"/>
                      <a:gd name="connsiteX14" fmla="*/ 8449651 w 11900917"/>
                      <a:gd name="connsiteY14" fmla="*/ 0 h 6514217"/>
                      <a:gd name="connsiteX15" fmla="*/ 8925688 w 11900917"/>
                      <a:gd name="connsiteY15" fmla="*/ 0 h 6514217"/>
                      <a:gd name="connsiteX16" fmla="*/ 9758752 w 11900917"/>
                      <a:gd name="connsiteY16" fmla="*/ 0 h 6514217"/>
                      <a:gd name="connsiteX17" fmla="*/ 10591816 w 11900917"/>
                      <a:gd name="connsiteY17" fmla="*/ 0 h 6514217"/>
                      <a:gd name="connsiteX18" fmla="*/ 11186862 w 11900917"/>
                      <a:gd name="connsiteY18" fmla="*/ 0 h 6514217"/>
                      <a:gd name="connsiteX19" fmla="*/ 11900917 w 11900917"/>
                      <a:gd name="connsiteY19" fmla="*/ 0 h 6514217"/>
                      <a:gd name="connsiteX20" fmla="*/ 11900917 w 11900917"/>
                      <a:gd name="connsiteY20" fmla="*/ 396775 h 6514217"/>
                      <a:gd name="connsiteX21" fmla="*/ 11900917 w 11900917"/>
                      <a:gd name="connsiteY21" fmla="*/ 858692 h 6514217"/>
                      <a:gd name="connsiteX22" fmla="*/ 11900917 w 11900917"/>
                      <a:gd name="connsiteY22" fmla="*/ 1516036 h 6514217"/>
                      <a:gd name="connsiteX23" fmla="*/ 11900917 w 11900917"/>
                      <a:gd name="connsiteY23" fmla="*/ 2043095 h 6514217"/>
                      <a:gd name="connsiteX24" fmla="*/ 11900917 w 11900917"/>
                      <a:gd name="connsiteY24" fmla="*/ 2505013 h 6514217"/>
                      <a:gd name="connsiteX25" fmla="*/ 11900917 w 11900917"/>
                      <a:gd name="connsiteY25" fmla="*/ 3162356 h 6514217"/>
                      <a:gd name="connsiteX26" fmla="*/ 11900917 w 11900917"/>
                      <a:gd name="connsiteY26" fmla="*/ 3754558 h 6514217"/>
                      <a:gd name="connsiteX27" fmla="*/ 11900917 w 11900917"/>
                      <a:gd name="connsiteY27" fmla="*/ 4346759 h 6514217"/>
                      <a:gd name="connsiteX28" fmla="*/ 11900917 w 11900917"/>
                      <a:gd name="connsiteY28" fmla="*/ 5069245 h 6514217"/>
                      <a:gd name="connsiteX29" fmla="*/ 11900917 w 11900917"/>
                      <a:gd name="connsiteY29" fmla="*/ 5726589 h 6514217"/>
                      <a:gd name="connsiteX30" fmla="*/ 11900917 w 11900917"/>
                      <a:gd name="connsiteY30" fmla="*/ 6514217 h 6514217"/>
                      <a:gd name="connsiteX31" fmla="*/ 11424880 w 11900917"/>
                      <a:gd name="connsiteY31" fmla="*/ 6514217 h 6514217"/>
                      <a:gd name="connsiteX32" fmla="*/ 11186862 w 11900917"/>
                      <a:gd name="connsiteY32" fmla="*/ 6514217 h 6514217"/>
                      <a:gd name="connsiteX33" fmla="*/ 10472807 w 11900917"/>
                      <a:gd name="connsiteY33" fmla="*/ 6514217 h 6514217"/>
                      <a:gd name="connsiteX34" fmla="*/ 10115779 w 11900917"/>
                      <a:gd name="connsiteY34" fmla="*/ 6514217 h 6514217"/>
                      <a:gd name="connsiteX35" fmla="*/ 9877761 w 11900917"/>
                      <a:gd name="connsiteY35" fmla="*/ 6514217 h 6514217"/>
                      <a:gd name="connsiteX36" fmla="*/ 9520734 w 11900917"/>
                      <a:gd name="connsiteY36" fmla="*/ 6514217 h 6514217"/>
                      <a:gd name="connsiteX37" fmla="*/ 8806679 w 11900917"/>
                      <a:gd name="connsiteY37" fmla="*/ 6514217 h 6514217"/>
                      <a:gd name="connsiteX38" fmla="*/ 8449651 w 11900917"/>
                      <a:gd name="connsiteY38" fmla="*/ 6514217 h 6514217"/>
                      <a:gd name="connsiteX39" fmla="*/ 8211633 w 11900917"/>
                      <a:gd name="connsiteY39" fmla="*/ 6514217 h 6514217"/>
                      <a:gd name="connsiteX40" fmla="*/ 7854605 w 11900917"/>
                      <a:gd name="connsiteY40" fmla="*/ 6514217 h 6514217"/>
                      <a:gd name="connsiteX41" fmla="*/ 7378569 w 11900917"/>
                      <a:gd name="connsiteY41" fmla="*/ 6514217 h 6514217"/>
                      <a:gd name="connsiteX42" fmla="*/ 6783523 w 11900917"/>
                      <a:gd name="connsiteY42" fmla="*/ 6514217 h 6514217"/>
                      <a:gd name="connsiteX43" fmla="*/ 6426495 w 11900917"/>
                      <a:gd name="connsiteY43" fmla="*/ 6514217 h 6514217"/>
                      <a:gd name="connsiteX44" fmla="*/ 5593431 w 11900917"/>
                      <a:gd name="connsiteY44" fmla="*/ 6514217 h 6514217"/>
                      <a:gd name="connsiteX45" fmla="*/ 4998385 w 11900917"/>
                      <a:gd name="connsiteY45" fmla="*/ 6514217 h 6514217"/>
                      <a:gd name="connsiteX46" fmla="*/ 4165321 w 11900917"/>
                      <a:gd name="connsiteY46" fmla="*/ 6514217 h 6514217"/>
                      <a:gd name="connsiteX47" fmla="*/ 3451266 w 11900917"/>
                      <a:gd name="connsiteY47" fmla="*/ 6514217 h 6514217"/>
                      <a:gd name="connsiteX48" fmla="*/ 2975229 w 11900917"/>
                      <a:gd name="connsiteY48" fmla="*/ 6514217 h 6514217"/>
                      <a:gd name="connsiteX49" fmla="*/ 2261174 w 11900917"/>
                      <a:gd name="connsiteY49" fmla="*/ 6514217 h 6514217"/>
                      <a:gd name="connsiteX50" fmla="*/ 1904147 w 11900917"/>
                      <a:gd name="connsiteY50" fmla="*/ 6514217 h 6514217"/>
                      <a:gd name="connsiteX51" fmla="*/ 1309101 w 11900917"/>
                      <a:gd name="connsiteY51" fmla="*/ 6514217 h 6514217"/>
                      <a:gd name="connsiteX52" fmla="*/ 1071083 w 11900917"/>
                      <a:gd name="connsiteY52" fmla="*/ 6514217 h 6514217"/>
                      <a:gd name="connsiteX53" fmla="*/ 0 w 11900917"/>
                      <a:gd name="connsiteY53" fmla="*/ 6514217 h 6514217"/>
                      <a:gd name="connsiteX54" fmla="*/ 0 w 11900917"/>
                      <a:gd name="connsiteY54" fmla="*/ 5922015 h 6514217"/>
                      <a:gd name="connsiteX55" fmla="*/ 0 w 11900917"/>
                      <a:gd name="connsiteY55" fmla="*/ 5264672 h 6514217"/>
                      <a:gd name="connsiteX56" fmla="*/ 0 w 11900917"/>
                      <a:gd name="connsiteY56" fmla="*/ 4607328 h 6514217"/>
                      <a:gd name="connsiteX57" fmla="*/ 0 w 11900917"/>
                      <a:gd name="connsiteY57" fmla="*/ 4145411 h 6514217"/>
                      <a:gd name="connsiteX58" fmla="*/ 0 w 11900917"/>
                      <a:gd name="connsiteY58" fmla="*/ 3422925 h 6514217"/>
                      <a:gd name="connsiteX59" fmla="*/ 0 w 11900917"/>
                      <a:gd name="connsiteY59" fmla="*/ 2830723 h 6514217"/>
                      <a:gd name="connsiteX60" fmla="*/ 0 w 11900917"/>
                      <a:gd name="connsiteY60" fmla="*/ 2433948 h 6514217"/>
                      <a:gd name="connsiteX61" fmla="*/ 0 w 11900917"/>
                      <a:gd name="connsiteY61" fmla="*/ 1841747 h 6514217"/>
                      <a:gd name="connsiteX62" fmla="*/ 0 w 11900917"/>
                      <a:gd name="connsiteY62" fmla="*/ 1314687 h 6514217"/>
                      <a:gd name="connsiteX63" fmla="*/ 0 w 11900917"/>
                      <a:gd name="connsiteY63" fmla="*/ 787628 h 6514217"/>
                      <a:gd name="connsiteX64" fmla="*/ 0 w 11900917"/>
                      <a:gd name="connsiteY64" fmla="*/ 0 h 6514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11900917" h="6514217" extrusionOk="0">
                        <a:moveTo>
                          <a:pt x="0" y="0"/>
                        </a:moveTo>
                        <a:cubicBezTo>
                          <a:pt x="237347" y="-25440"/>
                          <a:pt x="380125" y="19026"/>
                          <a:pt x="476037" y="0"/>
                        </a:cubicBezTo>
                        <a:cubicBezTo>
                          <a:pt x="571949" y="-19026"/>
                          <a:pt x="595303" y="8080"/>
                          <a:pt x="714055" y="0"/>
                        </a:cubicBezTo>
                        <a:cubicBezTo>
                          <a:pt x="832807" y="-8080"/>
                          <a:pt x="1334682" y="58008"/>
                          <a:pt x="1547119" y="0"/>
                        </a:cubicBezTo>
                        <a:cubicBezTo>
                          <a:pt x="1759556" y="-58008"/>
                          <a:pt x="1920909" y="7543"/>
                          <a:pt x="2023156" y="0"/>
                        </a:cubicBezTo>
                        <a:cubicBezTo>
                          <a:pt x="2125403" y="-7543"/>
                          <a:pt x="2389367" y="42848"/>
                          <a:pt x="2499193" y="0"/>
                        </a:cubicBezTo>
                        <a:cubicBezTo>
                          <a:pt x="2609019" y="-42848"/>
                          <a:pt x="3062924" y="1682"/>
                          <a:pt x="3332257" y="0"/>
                        </a:cubicBezTo>
                        <a:cubicBezTo>
                          <a:pt x="3601590" y="-1682"/>
                          <a:pt x="3575415" y="23112"/>
                          <a:pt x="3689284" y="0"/>
                        </a:cubicBezTo>
                        <a:cubicBezTo>
                          <a:pt x="3803153" y="-23112"/>
                          <a:pt x="4136397" y="90254"/>
                          <a:pt x="4522348" y="0"/>
                        </a:cubicBezTo>
                        <a:cubicBezTo>
                          <a:pt x="4908299" y="-90254"/>
                          <a:pt x="5152834" y="83380"/>
                          <a:pt x="5355413" y="0"/>
                        </a:cubicBezTo>
                        <a:cubicBezTo>
                          <a:pt x="5557992" y="-83380"/>
                          <a:pt x="5794929" y="52432"/>
                          <a:pt x="5950459" y="0"/>
                        </a:cubicBezTo>
                        <a:cubicBezTo>
                          <a:pt x="6105989" y="-52432"/>
                          <a:pt x="6554819" y="23660"/>
                          <a:pt x="6783523" y="0"/>
                        </a:cubicBezTo>
                        <a:cubicBezTo>
                          <a:pt x="7012227" y="-23660"/>
                          <a:pt x="7161139" y="35289"/>
                          <a:pt x="7259559" y="0"/>
                        </a:cubicBezTo>
                        <a:cubicBezTo>
                          <a:pt x="7357979" y="-35289"/>
                          <a:pt x="7513593" y="26788"/>
                          <a:pt x="7735596" y="0"/>
                        </a:cubicBezTo>
                        <a:cubicBezTo>
                          <a:pt x="7957599" y="-26788"/>
                          <a:pt x="8093213" y="38812"/>
                          <a:pt x="8449651" y="0"/>
                        </a:cubicBezTo>
                        <a:cubicBezTo>
                          <a:pt x="8806089" y="-38812"/>
                          <a:pt x="8702562" y="12998"/>
                          <a:pt x="8925688" y="0"/>
                        </a:cubicBezTo>
                        <a:cubicBezTo>
                          <a:pt x="9148814" y="-12998"/>
                          <a:pt x="9487755" y="97643"/>
                          <a:pt x="9758752" y="0"/>
                        </a:cubicBezTo>
                        <a:cubicBezTo>
                          <a:pt x="10029749" y="-97643"/>
                          <a:pt x="10205548" y="97972"/>
                          <a:pt x="10591816" y="0"/>
                        </a:cubicBezTo>
                        <a:cubicBezTo>
                          <a:pt x="10978084" y="-97972"/>
                          <a:pt x="10972415" y="4333"/>
                          <a:pt x="11186862" y="0"/>
                        </a:cubicBezTo>
                        <a:cubicBezTo>
                          <a:pt x="11401309" y="-4333"/>
                          <a:pt x="11610116" y="28820"/>
                          <a:pt x="11900917" y="0"/>
                        </a:cubicBezTo>
                        <a:cubicBezTo>
                          <a:pt x="11923939" y="141937"/>
                          <a:pt x="11870646" y="224975"/>
                          <a:pt x="11900917" y="396775"/>
                        </a:cubicBezTo>
                        <a:cubicBezTo>
                          <a:pt x="11931188" y="568575"/>
                          <a:pt x="11869764" y="666634"/>
                          <a:pt x="11900917" y="858692"/>
                        </a:cubicBezTo>
                        <a:cubicBezTo>
                          <a:pt x="11932070" y="1050750"/>
                          <a:pt x="11879830" y="1200799"/>
                          <a:pt x="11900917" y="1516036"/>
                        </a:cubicBezTo>
                        <a:cubicBezTo>
                          <a:pt x="11922004" y="1831273"/>
                          <a:pt x="11880805" y="1928720"/>
                          <a:pt x="11900917" y="2043095"/>
                        </a:cubicBezTo>
                        <a:cubicBezTo>
                          <a:pt x="11921029" y="2157470"/>
                          <a:pt x="11890717" y="2376673"/>
                          <a:pt x="11900917" y="2505013"/>
                        </a:cubicBezTo>
                        <a:cubicBezTo>
                          <a:pt x="11911117" y="2633353"/>
                          <a:pt x="11841283" y="2908915"/>
                          <a:pt x="11900917" y="3162356"/>
                        </a:cubicBezTo>
                        <a:cubicBezTo>
                          <a:pt x="11960551" y="3415797"/>
                          <a:pt x="11868803" y="3562257"/>
                          <a:pt x="11900917" y="3754558"/>
                        </a:cubicBezTo>
                        <a:cubicBezTo>
                          <a:pt x="11933031" y="3946859"/>
                          <a:pt x="11897798" y="4176796"/>
                          <a:pt x="11900917" y="4346759"/>
                        </a:cubicBezTo>
                        <a:cubicBezTo>
                          <a:pt x="11904036" y="4516722"/>
                          <a:pt x="11873351" y="4727109"/>
                          <a:pt x="11900917" y="5069245"/>
                        </a:cubicBezTo>
                        <a:cubicBezTo>
                          <a:pt x="11928483" y="5411381"/>
                          <a:pt x="11892383" y="5576496"/>
                          <a:pt x="11900917" y="5726589"/>
                        </a:cubicBezTo>
                        <a:cubicBezTo>
                          <a:pt x="11909451" y="5876682"/>
                          <a:pt x="11886121" y="6166463"/>
                          <a:pt x="11900917" y="6514217"/>
                        </a:cubicBezTo>
                        <a:cubicBezTo>
                          <a:pt x="11792006" y="6525969"/>
                          <a:pt x="11543793" y="6503439"/>
                          <a:pt x="11424880" y="6514217"/>
                        </a:cubicBezTo>
                        <a:cubicBezTo>
                          <a:pt x="11305967" y="6524995"/>
                          <a:pt x="11236658" y="6510181"/>
                          <a:pt x="11186862" y="6514217"/>
                        </a:cubicBezTo>
                        <a:cubicBezTo>
                          <a:pt x="11137066" y="6518253"/>
                          <a:pt x="10770881" y="6481074"/>
                          <a:pt x="10472807" y="6514217"/>
                        </a:cubicBezTo>
                        <a:cubicBezTo>
                          <a:pt x="10174733" y="6547360"/>
                          <a:pt x="10282735" y="6473421"/>
                          <a:pt x="10115779" y="6514217"/>
                        </a:cubicBezTo>
                        <a:cubicBezTo>
                          <a:pt x="9948823" y="6555013"/>
                          <a:pt x="9946095" y="6489509"/>
                          <a:pt x="9877761" y="6514217"/>
                        </a:cubicBezTo>
                        <a:cubicBezTo>
                          <a:pt x="9809427" y="6538925"/>
                          <a:pt x="9616966" y="6500614"/>
                          <a:pt x="9520734" y="6514217"/>
                        </a:cubicBezTo>
                        <a:cubicBezTo>
                          <a:pt x="9424502" y="6527820"/>
                          <a:pt x="9042413" y="6442163"/>
                          <a:pt x="8806679" y="6514217"/>
                        </a:cubicBezTo>
                        <a:cubicBezTo>
                          <a:pt x="8570945" y="6586271"/>
                          <a:pt x="8527969" y="6506521"/>
                          <a:pt x="8449651" y="6514217"/>
                        </a:cubicBezTo>
                        <a:cubicBezTo>
                          <a:pt x="8371333" y="6521913"/>
                          <a:pt x="8262355" y="6506157"/>
                          <a:pt x="8211633" y="6514217"/>
                        </a:cubicBezTo>
                        <a:cubicBezTo>
                          <a:pt x="8160911" y="6522277"/>
                          <a:pt x="7984409" y="6501490"/>
                          <a:pt x="7854605" y="6514217"/>
                        </a:cubicBezTo>
                        <a:cubicBezTo>
                          <a:pt x="7724801" y="6526944"/>
                          <a:pt x="7531595" y="6474088"/>
                          <a:pt x="7378569" y="6514217"/>
                        </a:cubicBezTo>
                        <a:cubicBezTo>
                          <a:pt x="7225543" y="6554346"/>
                          <a:pt x="6974551" y="6451499"/>
                          <a:pt x="6783523" y="6514217"/>
                        </a:cubicBezTo>
                        <a:cubicBezTo>
                          <a:pt x="6592495" y="6576935"/>
                          <a:pt x="6518174" y="6495498"/>
                          <a:pt x="6426495" y="6514217"/>
                        </a:cubicBezTo>
                        <a:cubicBezTo>
                          <a:pt x="6334816" y="6532936"/>
                          <a:pt x="5810775" y="6436906"/>
                          <a:pt x="5593431" y="6514217"/>
                        </a:cubicBezTo>
                        <a:cubicBezTo>
                          <a:pt x="5376087" y="6591528"/>
                          <a:pt x="5180867" y="6497108"/>
                          <a:pt x="4998385" y="6514217"/>
                        </a:cubicBezTo>
                        <a:cubicBezTo>
                          <a:pt x="4815903" y="6531326"/>
                          <a:pt x="4466290" y="6481510"/>
                          <a:pt x="4165321" y="6514217"/>
                        </a:cubicBezTo>
                        <a:cubicBezTo>
                          <a:pt x="3864352" y="6546924"/>
                          <a:pt x="3675306" y="6444849"/>
                          <a:pt x="3451266" y="6514217"/>
                        </a:cubicBezTo>
                        <a:cubicBezTo>
                          <a:pt x="3227226" y="6583585"/>
                          <a:pt x="3190073" y="6462310"/>
                          <a:pt x="2975229" y="6514217"/>
                        </a:cubicBezTo>
                        <a:cubicBezTo>
                          <a:pt x="2760385" y="6566124"/>
                          <a:pt x="2513226" y="6483188"/>
                          <a:pt x="2261174" y="6514217"/>
                        </a:cubicBezTo>
                        <a:cubicBezTo>
                          <a:pt x="2009122" y="6545246"/>
                          <a:pt x="2050698" y="6495859"/>
                          <a:pt x="1904147" y="6514217"/>
                        </a:cubicBezTo>
                        <a:cubicBezTo>
                          <a:pt x="1757596" y="6532575"/>
                          <a:pt x="1463393" y="6471857"/>
                          <a:pt x="1309101" y="6514217"/>
                        </a:cubicBezTo>
                        <a:cubicBezTo>
                          <a:pt x="1154809" y="6556577"/>
                          <a:pt x="1128690" y="6512160"/>
                          <a:pt x="1071083" y="6514217"/>
                        </a:cubicBezTo>
                        <a:cubicBezTo>
                          <a:pt x="1013476" y="6516274"/>
                          <a:pt x="444670" y="6395740"/>
                          <a:pt x="0" y="6514217"/>
                        </a:cubicBezTo>
                        <a:cubicBezTo>
                          <a:pt x="-58835" y="6316695"/>
                          <a:pt x="14857" y="6209747"/>
                          <a:pt x="0" y="5922015"/>
                        </a:cubicBezTo>
                        <a:cubicBezTo>
                          <a:pt x="-14857" y="5634283"/>
                          <a:pt x="5571" y="5570356"/>
                          <a:pt x="0" y="5264672"/>
                        </a:cubicBezTo>
                        <a:cubicBezTo>
                          <a:pt x="-5571" y="4958988"/>
                          <a:pt x="33153" y="4816079"/>
                          <a:pt x="0" y="4607328"/>
                        </a:cubicBezTo>
                        <a:cubicBezTo>
                          <a:pt x="-33153" y="4398577"/>
                          <a:pt x="8946" y="4325624"/>
                          <a:pt x="0" y="4145411"/>
                        </a:cubicBezTo>
                        <a:cubicBezTo>
                          <a:pt x="-8946" y="3965198"/>
                          <a:pt x="71099" y="3758027"/>
                          <a:pt x="0" y="3422925"/>
                        </a:cubicBezTo>
                        <a:cubicBezTo>
                          <a:pt x="-71099" y="3087823"/>
                          <a:pt x="12336" y="2993946"/>
                          <a:pt x="0" y="2830723"/>
                        </a:cubicBezTo>
                        <a:cubicBezTo>
                          <a:pt x="-12336" y="2667500"/>
                          <a:pt x="20373" y="2607200"/>
                          <a:pt x="0" y="2433948"/>
                        </a:cubicBezTo>
                        <a:cubicBezTo>
                          <a:pt x="-20373" y="2260697"/>
                          <a:pt x="37889" y="2113357"/>
                          <a:pt x="0" y="1841747"/>
                        </a:cubicBezTo>
                        <a:cubicBezTo>
                          <a:pt x="-37889" y="1570137"/>
                          <a:pt x="15440" y="1544143"/>
                          <a:pt x="0" y="1314687"/>
                        </a:cubicBezTo>
                        <a:cubicBezTo>
                          <a:pt x="-15440" y="1085231"/>
                          <a:pt x="906" y="976499"/>
                          <a:pt x="0" y="787628"/>
                        </a:cubicBezTo>
                        <a:cubicBezTo>
                          <a:pt x="-906" y="598757"/>
                          <a:pt x="29049" y="23919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dirty="0">
              <a:solidFill>
                <a:srgbClr val="F8DEEA"/>
              </a:solidFill>
              <a:latin typeface="微软雅黑"/>
              <a:ea typeface="微软雅黑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A6B8D75-C003-B3C4-5850-A6B70457871C}"/>
              </a:ext>
            </a:extLst>
          </p:cNvPr>
          <p:cNvSpPr txBox="1"/>
          <p:nvPr/>
        </p:nvSpPr>
        <p:spPr>
          <a:xfrm>
            <a:off x="22383" y="4203052"/>
            <a:ext cx="853351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D84487"/>
                </a:solidFill>
              </a:rPr>
              <a:t>典</a:t>
            </a:r>
            <a:endParaRPr lang="en-US" altLang="zh-CN" sz="2400" b="1" dirty="0">
              <a:solidFill>
                <a:srgbClr val="D84487"/>
              </a:solidFill>
            </a:endParaRPr>
          </a:p>
          <a:p>
            <a:pPr algn="ctr"/>
            <a:r>
              <a:rPr lang="zh-CN" altLang="en-US" sz="2400" b="1" dirty="0">
                <a:solidFill>
                  <a:srgbClr val="D84487"/>
                </a:solidFill>
              </a:rPr>
              <a:t>型</a:t>
            </a:r>
            <a:endParaRPr lang="en-US" altLang="zh-CN" sz="2400" b="1" dirty="0">
              <a:solidFill>
                <a:srgbClr val="D84487"/>
              </a:solidFill>
            </a:endParaRPr>
          </a:p>
          <a:p>
            <a:pPr algn="ctr"/>
            <a:r>
              <a:rPr lang="zh-CN" altLang="en-US" sz="2400" b="1" dirty="0">
                <a:solidFill>
                  <a:srgbClr val="D84487"/>
                </a:solidFill>
              </a:rPr>
              <a:t>使</a:t>
            </a:r>
            <a:endParaRPr lang="en-US" altLang="zh-CN" sz="2400" b="1" dirty="0">
              <a:solidFill>
                <a:srgbClr val="D84487"/>
              </a:solidFill>
            </a:endParaRPr>
          </a:p>
          <a:p>
            <a:pPr algn="ctr"/>
            <a:r>
              <a:rPr lang="zh-CN" altLang="en-US" sz="2400" b="1" dirty="0">
                <a:solidFill>
                  <a:srgbClr val="D84487"/>
                </a:solidFill>
              </a:rPr>
              <a:t>用</a:t>
            </a:r>
            <a:endParaRPr lang="en-US" altLang="zh-CN" sz="2400" b="1" dirty="0">
              <a:solidFill>
                <a:srgbClr val="D84487"/>
              </a:solidFill>
            </a:endParaRPr>
          </a:p>
          <a:p>
            <a:pPr algn="ctr"/>
            <a:r>
              <a:rPr lang="zh-CN" altLang="en-US" sz="2400" b="1" dirty="0">
                <a:solidFill>
                  <a:srgbClr val="D84487"/>
                </a:solidFill>
              </a:rPr>
              <a:t>场</a:t>
            </a:r>
            <a:endParaRPr lang="en-US" altLang="zh-CN" sz="2400" b="1" dirty="0">
              <a:solidFill>
                <a:srgbClr val="D84487"/>
              </a:solidFill>
            </a:endParaRPr>
          </a:p>
          <a:p>
            <a:pPr algn="ctr"/>
            <a:r>
              <a:rPr lang="zh-CN" altLang="en-US" sz="2400" b="1" dirty="0">
                <a:solidFill>
                  <a:srgbClr val="D84487"/>
                </a:solidFill>
              </a:rPr>
              <a:t>景</a:t>
            </a:r>
            <a:endParaRPr lang="en-US" altLang="zh-CN" sz="2400" b="1" dirty="0">
              <a:solidFill>
                <a:srgbClr val="D84487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75805B6-7888-ACD9-F1C7-C03088950C3E}"/>
              </a:ext>
            </a:extLst>
          </p:cNvPr>
          <p:cNvSpPr txBox="1"/>
          <p:nvPr/>
        </p:nvSpPr>
        <p:spPr>
          <a:xfrm>
            <a:off x="650683" y="4241746"/>
            <a:ext cx="5126465" cy="221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800"/>
              </a:lnSpc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线程</a:t>
            </a:r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/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进程为了等待某种外部事件、状态变化或资源准备进行主动睡眠</a:t>
            </a:r>
            <a:endParaRPr lang="en-US" altLang="zh-CN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342900" indent="-342900">
              <a:lnSpc>
                <a:spcPts val="2800"/>
              </a:lnSpc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用于实时系统或控制系统中要求严格时间精度的场合</a:t>
            </a:r>
            <a:endParaRPr lang="en-US" altLang="zh-CN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342900" indent="-342900">
              <a:lnSpc>
                <a:spcPts val="2800"/>
              </a:lnSpc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避免高频 </a:t>
            </a:r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CPU 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占用带来的资源浪费</a:t>
            </a:r>
            <a:endParaRPr lang="en-US" altLang="zh-CN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342900" indent="-342900">
              <a:lnSpc>
                <a:spcPts val="2800"/>
              </a:lnSpc>
              <a:buFont typeface="+mj-lt"/>
              <a:buAutoNum type="arabicPeriod"/>
            </a:pP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处理短暂 </a:t>
            </a:r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timeout 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的应用层同步</a:t>
            </a:r>
            <a:endParaRPr lang="en-US" altLang="zh-CN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9DCEBD7-3F00-8868-8FE4-4035910704B2}"/>
              </a:ext>
            </a:extLst>
          </p:cNvPr>
          <p:cNvSpPr txBox="1"/>
          <p:nvPr/>
        </p:nvSpPr>
        <p:spPr>
          <a:xfrm>
            <a:off x="32359" y="6568232"/>
            <a:ext cx="16146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b="1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NPUcore</a:t>
            </a:r>
            <a:r>
              <a:rPr lang="en-US" altLang="zh-CN" sz="10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-BLOSSOM</a:t>
            </a:r>
            <a:endParaRPr lang="zh-CN" altLang="en-US" sz="105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D9C15F8-9837-1332-E94E-1303BF465F80}"/>
              </a:ext>
            </a:extLst>
          </p:cNvPr>
          <p:cNvSpPr txBox="1"/>
          <p:nvPr/>
        </p:nvSpPr>
        <p:spPr>
          <a:xfrm>
            <a:off x="6297930" y="1409935"/>
            <a:ext cx="5894070" cy="3371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 algn="l">
              <a:buFont typeface="Arial" panose="020B0604020202020204"/>
              <a:buChar char="•"/>
            </a:pPr>
            <a:r>
              <a:rPr lang="en-US" altLang="zh-CN" sz="1600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os/src/syscall/process.rs </a:t>
            </a:r>
            <a:r>
              <a:rPr lang="zh-CN" altLang="en-US" sz="1600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 UI" panose="020B0503020204020204" charset="-122"/>
                <a:ea typeface="Microsoft YaHei UI" panose="020B0503020204020204" charset="-122"/>
              </a:rPr>
              <a:t>具体代码呈现</a:t>
            </a:r>
            <a:endParaRPr lang="zh-CN" altLang="en-US" sz="16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4C5AB190-B7E4-9C92-320E-1852EA6A01F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68"/>
          <a:stretch>
            <a:fillRect/>
          </a:stretch>
        </p:blipFill>
        <p:spPr>
          <a:xfrm>
            <a:off x="6060356" y="2415288"/>
            <a:ext cx="6063367" cy="328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36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664"/>
    </mc:Choice>
    <mc:Fallback xmlns="">
      <p:transition spd="slow" advTm="7866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7BC4B-3C31-922A-8899-4E031E69D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439FB5A-1158-7D25-450E-A10074E06B72}"/>
              </a:ext>
            </a:extLst>
          </p:cNvPr>
          <p:cNvCxnSpPr>
            <a:cxnSpLocks/>
          </p:cNvCxnSpPr>
          <p:nvPr/>
        </p:nvCxnSpPr>
        <p:spPr>
          <a:xfrm>
            <a:off x="0" y="994868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AE03BCE-B961-9D4F-3B16-0F12930891BF}"/>
              </a:ext>
            </a:extLst>
          </p:cNvPr>
          <p:cNvSpPr txBox="1"/>
          <p:nvPr/>
        </p:nvSpPr>
        <p:spPr>
          <a:xfrm>
            <a:off x="1217906" y="28698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  <a:latin typeface="微软雅黑"/>
                <a:ea typeface="微软雅黑"/>
              </a:rPr>
              <a:t>四、总结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8CBBA01-3AEA-5A3F-8FCB-A42161109878}"/>
              </a:ext>
            </a:extLst>
          </p:cNvPr>
          <p:cNvCxnSpPr>
            <a:cxnSpLocks/>
          </p:cNvCxnSpPr>
          <p:nvPr/>
        </p:nvCxnSpPr>
        <p:spPr>
          <a:xfrm flipH="1">
            <a:off x="-1" y="0"/>
            <a:ext cx="1" cy="68580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81A378D-904B-A212-2D67-82F4C76D33EE}"/>
              </a:ext>
            </a:extLst>
          </p:cNvPr>
          <p:cNvCxnSpPr>
            <a:cxnSpLocks/>
          </p:cNvCxnSpPr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B0DB282-9B70-7C79-15C1-2FA6E0C84828}"/>
              </a:ext>
            </a:extLst>
          </p:cNvPr>
          <p:cNvCxnSpPr>
            <a:cxnSpLocks/>
          </p:cNvCxnSpPr>
          <p:nvPr/>
        </p:nvCxnSpPr>
        <p:spPr>
          <a:xfrm>
            <a:off x="0" y="6858000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39A12A2-3A08-8CEE-E05F-436F2A350CA3}"/>
              </a:ext>
            </a:extLst>
          </p:cNvPr>
          <p:cNvCxnSpPr>
            <a:cxnSpLocks/>
          </p:cNvCxnSpPr>
          <p:nvPr/>
        </p:nvCxnSpPr>
        <p:spPr>
          <a:xfrm>
            <a:off x="-1" y="0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CA3F4534-2D2C-3404-70BE-70D6FAAE7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857" y="50484"/>
            <a:ext cx="3440589" cy="893901"/>
          </a:xfrm>
          <a:prstGeom prst="rect">
            <a:avLst/>
          </a:prstGeom>
        </p:spPr>
      </p:pic>
      <p:pic>
        <p:nvPicPr>
          <p:cNvPr id="23" name="图形 22" descr="Internet 纯色填充">
            <a:extLst>
              <a:ext uri="{FF2B5EF4-FFF2-40B4-BE49-F238E27FC236}">
                <a16:creationId xmlns:a16="http://schemas.microsoft.com/office/drawing/2014/main" id="{68F2EEC9-B040-7931-3105-73B85390B1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753" y="80468"/>
            <a:ext cx="914400" cy="914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546C453-EDA0-B8A1-3A30-1D2B313ED2A1}"/>
              </a:ext>
            </a:extLst>
          </p:cNvPr>
          <p:cNvSpPr txBox="1"/>
          <p:nvPr/>
        </p:nvSpPr>
        <p:spPr>
          <a:xfrm>
            <a:off x="3243862" y="2576010"/>
            <a:ext cx="5951810" cy="17059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1" dirty="0">
                <a:latin typeface="Microsoft YaHei UI"/>
                <a:ea typeface="Microsoft YaHei UI"/>
              </a:rPr>
              <a:t>我们的</a:t>
            </a:r>
            <a:r>
              <a:rPr lang="en-US" altLang="zh-CN" b="1" dirty="0" err="1">
                <a:latin typeface="Microsoft YaHei UI"/>
                <a:ea typeface="Microsoft YaHei UI"/>
              </a:rPr>
              <a:t>NPUcore</a:t>
            </a:r>
            <a:r>
              <a:rPr lang="en-US" altLang="zh-CN" b="1" dirty="0">
                <a:latin typeface="Microsoft YaHei UI"/>
                <a:ea typeface="Microsoft YaHei UI"/>
              </a:rPr>
              <a:t>-BLOSSOM</a:t>
            </a:r>
            <a:r>
              <a:rPr lang="zh-CN" altLang="en-US" b="1" dirty="0">
                <a:latin typeface="Microsoft YaHei UI"/>
                <a:ea typeface="Microsoft YaHei UI"/>
              </a:rPr>
              <a:t>：</a:t>
            </a:r>
            <a:endParaRPr lang="zh-CN" b="1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zh-CN" altLang="en-US" b="1" dirty="0">
                <a:latin typeface="Microsoft YaHei UI"/>
                <a:ea typeface="Microsoft YaHei UI"/>
              </a:rPr>
              <a:t>功能完备</a:t>
            </a:r>
            <a:r>
              <a:rPr lang="zh-CN" altLang="en-US" dirty="0">
                <a:latin typeface="Microsoft YaHei UI"/>
                <a:ea typeface="Microsoft YaHei UI"/>
              </a:rPr>
              <a:t>：完善的信号与线程机制、精巧的内存管理、高效的虚拟文件系统、</a:t>
            </a:r>
            <a:r>
              <a:rPr lang="en-US" altLang="zh-CN" dirty="0">
                <a:latin typeface="Microsoft YaHei UI"/>
                <a:ea typeface="Microsoft YaHei UI"/>
              </a:rPr>
              <a:t>ext4</a:t>
            </a:r>
            <a:r>
              <a:rPr lang="zh-CN" altLang="en-US" dirty="0">
                <a:latin typeface="Microsoft YaHei UI"/>
                <a:ea typeface="Microsoft YaHei UI"/>
              </a:rPr>
              <a:t>文件系统等模块的支持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zh-CN" altLang="en-US" b="1" dirty="0">
                <a:latin typeface="Microsoft YaHei UI"/>
                <a:ea typeface="Microsoft YaHei UI"/>
              </a:rPr>
              <a:t>可读性高</a:t>
            </a:r>
            <a:r>
              <a:rPr lang="zh-CN" altLang="en-US" dirty="0">
                <a:latin typeface="Microsoft YaHei UI"/>
                <a:ea typeface="Microsoft YaHei UI"/>
              </a:rPr>
              <a:t>：有较为完善的文档</a:t>
            </a:r>
            <a:r>
              <a:rPr lang="zh-CN" altLang="en-US">
                <a:latin typeface="Microsoft YaHei UI"/>
                <a:ea typeface="Microsoft YaHei UI"/>
              </a:rPr>
              <a:t>和注释</a:t>
            </a:r>
            <a:endParaRPr lang="zh-CN" altLang="en-US" dirty="0">
              <a:latin typeface="Microsoft YaHei UI"/>
              <a:ea typeface="Microsoft YaHei U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EF56A5-33FB-D234-AD2F-1E0EE3847321}"/>
              </a:ext>
            </a:extLst>
          </p:cNvPr>
          <p:cNvSpPr txBox="1"/>
          <p:nvPr/>
        </p:nvSpPr>
        <p:spPr>
          <a:xfrm>
            <a:off x="32359" y="6568232"/>
            <a:ext cx="16146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b="1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NPUcore</a:t>
            </a:r>
            <a:r>
              <a:rPr lang="en-US" altLang="zh-CN" sz="10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-BLOSSOM</a:t>
            </a:r>
            <a:endParaRPr lang="zh-CN" altLang="en-US" sz="105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57E8E549-C99C-1DF9-FC33-1C0039276A3A}"/>
              </a:ext>
            </a:extLst>
          </p:cNvPr>
          <p:cNvSpPr/>
          <p:nvPr/>
        </p:nvSpPr>
        <p:spPr>
          <a:xfrm rot="5400000">
            <a:off x="2994330" y="2744900"/>
            <a:ext cx="251528" cy="247535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643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664"/>
    </mc:Choice>
    <mc:Fallback xmlns="">
      <p:transition spd="slow" advTm="7866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64E09F08-4841-CF67-8EDF-6ED79B51EA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80"/>
          <a:stretch/>
        </p:blipFill>
        <p:spPr>
          <a:xfrm>
            <a:off x="-1" y="-1"/>
            <a:ext cx="12200021" cy="6858001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81D77F8B-1E26-9D7D-B7F4-92AD5F4A819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1F5C41-BBB1-D090-0B53-F3DF992C5745}"/>
              </a:ext>
            </a:extLst>
          </p:cNvPr>
          <p:cNvSpPr txBox="1"/>
          <p:nvPr/>
        </p:nvSpPr>
        <p:spPr>
          <a:xfrm>
            <a:off x="3045595" y="3425903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9号-创粗黑" panose="00000500000000000000" pitchFamily="2" charset="-122"/>
              </a:rPr>
              <a:t>恳请各位老师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字魂59号-创粗黑" panose="00000500000000000000" pitchFamily="2" charset="-122"/>
            </a:endParaRPr>
          </a:p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9号-创粗黑" panose="00000500000000000000" pitchFamily="2" charset="-122"/>
              </a:rPr>
              <a:t>批评指正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字魂59号-创粗黑" panose="00000500000000000000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0ABBF4-507B-B373-CF70-7955024643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931" y="1454014"/>
            <a:ext cx="1100138" cy="109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837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769</Words>
  <Application>Microsoft Office PowerPoint</Application>
  <PresentationFormat>宽屏</PresentationFormat>
  <Paragraphs>115</Paragraphs>
  <Slides>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Microsoft YaHei UI</vt:lpstr>
      <vt:lpstr>等线</vt:lpstr>
      <vt:lpstr>等线 Light</vt:lpstr>
      <vt:lpstr>仿宋</vt:lpstr>
      <vt:lpstr>微软雅黑</vt:lpstr>
      <vt:lpstr>Arial</vt:lpstr>
      <vt:lpstr>Times New Roman</vt:lpstr>
      <vt:lpstr>Wingdings 3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3480094313@qq.com</dc:creator>
  <cp:lastModifiedBy>3480094313@qq.com</cp:lastModifiedBy>
  <cp:revision>58</cp:revision>
  <dcterms:created xsi:type="dcterms:W3CDTF">2025-06-29T09:28:58Z</dcterms:created>
  <dcterms:modified xsi:type="dcterms:W3CDTF">2025-06-30T11:57:04Z</dcterms:modified>
</cp:coreProperties>
</file>